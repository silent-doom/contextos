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45cb72760a410c" /><Relationship Type="http://schemas.openxmlformats.org/officeDocument/2006/relationships/extended-properties" Target="/docProps/app.xml" Id="R638e19a95dab431e" /><Relationship Type="http://schemas.openxmlformats.org/officeDocument/2006/relationships/officeDocument" Target="/ppt/presentation.xml" Id="R41d0463b40fa45dd" /></Relationships>
</file>

<file path=ppt/presentation.xml><?xml version="1.0" encoding="utf-8"?>
<p:presentation xmlns:p="http://schemas.openxmlformats.org/presentationml/2006/main">
  <p:sldMasterIdLst>
    <p:sldMasterId xmlns:r="http://schemas.openxmlformats.org/officeDocument/2006/relationships" id="2147483648" r:id="Rc428c128bc544619"/>
  </p:sldMasterIdLst>
  <p:notesMasterIdLst>
    <p:notesMasterId xmlns:r="http://schemas.openxmlformats.org/officeDocument/2006/relationships" r:id="Rce5dfaa717fa442c"/>
  </p:notesMasterIdLst>
  <p:sldIdLst>
    <p:sldId xmlns:r="http://schemas.openxmlformats.org/officeDocument/2006/relationships" id="256" r:id="R9b400bcad365414b"/>
    <p:sldId xmlns:r="http://schemas.openxmlformats.org/officeDocument/2006/relationships" id="257" r:id="Racc4f5efd0d44506"/>
    <p:sldId xmlns:r="http://schemas.openxmlformats.org/officeDocument/2006/relationships" id="258" r:id="Red65bd1c433a44ed"/>
    <p:sldId xmlns:r="http://schemas.openxmlformats.org/officeDocument/2006/relationships" id="259" r:id="R1009fb457954486c"/>
    <p:sldId xmlns:r="http://schemas.openxmlformats.org/officeDocument/2006/relationships" id="260" r:id="Re7510ed7b1494338"/>
    <p:sldId xmlns:r="http://schemas.openxmlformats.org/officeDocument/2006/relationships" id="261" r:id="R05d213bf09fa443d"/>
    <p:sldId xmlns:r="http://schemas.openxmlformats.org/officeDocument/2006/relationships" id="262" r:id="Rd217a9f70ad64a29"/>
    <p:sldId xmlns:r="http://schemas.openxmlformats.org/officeDocument/2006/relationships" id="263" r:id="R39110c37ec644455"/>
    <p:sldId xmlns:r="http://schemas.openxmlformats.org/officeDocument/2006/relationships" id="264" r:id="R3998867b85274203"/>
    <p:sldId xmlns:r="http://schemas.openxmlformats.org/officeDocument/2006/relationships" id="265" r:id="R6b063c0a36c1496a"/>
    <p:sldId xmlns:r="http://schemas.openxmlformats.org/officeDocument/2006/relationships" id="266" r:id="Rd9aee346258148bc"/>
    <p:sldId xmlns:r="http://schemas.openxmlformats.org/officeDocument/2006/relationships" id="267" r:id="R4a3cca56071b4417"/>
    <p:sldId xmlns:r="http://schemas.openxmlformats.org/officeDocument/2006/relationships" id="268" r:id="Rf8c9b35b63e448e6"/>
    <p:sldId xmlns:r="http://schemas.openxmlformats.org/officeDocument/2006/relationships" id="269" r:id="R33a2f01604424ea1"/>
  </p:sldIdLst>
  <p:sldSz cx="9144000" cy="5143500"/>
  <p:notesSz cx="6858000" cy="9144000"/>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3c4ec554da934f5f" /><Relationship Type="http://schemas.openxmlformats.org/officeDocument/2006/relationships/slideMaster" Target="/ppt/slideMasters/slideMaster1.xml" Id="Rc428c128bc544619" /><Relationship Type="http://schemas.openxmlformats.org/officeDocument/2006/relationships/notesMaster" Target="/ppt/notesMasters/notesMaster1.xml" Id="Rce5dfaa717fa442c" /><Relationship Type="http://schemas.openxmlformats.org/officeDocument/2006/relationships/presProps" Target="/ppt/presProps.xml" Id="R6bc5962c18fb4070" /><Relationship Type="http://schemas.openxmlformats.org/officeDocument/2006/relationships/viewProps" Target="/ppt/viewProps.xml" Id="Rd3a07a00cae54570" /><Relationship Type="http://schemas.openxmlformats.org/officeDocument/2006/relationships/tableStyles" Target="/ppt/tableStyles.xml" Id="R8f5ef6ad88f84d2f" /><Relationship Type="http://schemas.openxmlformats.org/officeDocument/2006/relationships/slide" Target="/ppt/slides/slide1.xml" Id="R9b400bcad365414b" /><Relationship Type="http://schemas.openxmlformats.org/officeDocument/2006/relationships/slide" Target="/ppt/slides/slide2.xml" Id="Racc4f5efd0d44506" /><Relationship Type="http://schemas.openxmlformats.org/officeDocument/2006/relationships/slide" Target="/ppt/slides/slide3.xml" Id="Red65bd1c433a44ed" /><Relationship Type="http://schemas.openxmlformats.org/officeDocument/2006/relationships/slide" Target="/ppt/slides/slide4.xml" Id="R1009fb457954486c" /><Relationship Type="http://schemas.openxmlformats.org/officeDocument/2006/relationships/slide" Target="/ppt/slides/slide5.xml" Id="Re7510ed7b1494338" /><Relationship Type="http://schemas.openxmlformats.org/officeDocument/2006/relationships/slide" Target="/ppt/slides/slide6.xml" Id="R05d213bf09fa443d" /><Relationship Type="http://schemas.openxmlformats.org/officeDocument/2006/relationships/slide" Target="/ppt/slides/slide7.xml" Id="Rd217a9f70ad64a29" /><Relationship Type="http://schemas.openxmlformats.org/officeDocument/2006/relationships/slide" Target="/ppt/slides/slide8.xml" Id="R39110c37ec644455" /><Relationship Type="http://schemas.openxmlformats.org/officeDocument/2006/relationships/slide" Target="/ppt/slides/slide9.xml" Id="R3998867b85274203" /><Relationship Type="http://schemas.openxmlformats.org/officeDocument/2006/relationships/slide" Target="/ppt/slides/slide10.xml" Id="R6b063c0a36c1496a" /><Relationship Type="http://schemas.openxmlformats.org/officeDocument/2006/relationships/slide" Target="/ppt/slides/slide11.xml" Id="Rd9aee346258148bc" /><Relationship Type="http://schemas.openxmlformats.org/officeDocument/2006/relationships/slide" Target="/ppt/slides/slide12.xml" Id="R4a3cca56071b4417" /><Relationship Type="http://schemas.openxmlformats.org/officeDocument/2006/relationships/slide" Target="/ppt/slides/slide13.xml" Id="Rf8c9b35b63e448e6" /><Relationship Type="http://schemas.openxmlformats.org/officeDocument/2006/relationships/slide" Target="/ppt/slides/slide14.xml" Id="R33a2f01604424ea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6e7c4afbee0488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323f83f13c846be" /><Relationship Type="http://schemas.openxmlformats.org/officeDocument/2006/relationships/notesMaster" Target="/ppt/notesMasters/notesMaster1.xml" Id="R4c6473b30c0343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084fc14b064abb" /><Relationship Type="http://schemas.openxmlformats.org/officeDocument/2006/relationships/notesMaster" Target="/ppt/notesMasters/notesMaster1.xml" Id="R187c8031b68a4d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0de89eefc7d042f4" /><Relationship Type="http://schemas.openxmlformats.org/officeDocument/2006/relationships/notesMaster" Target="/ppt/notesMasters/notesMaster1.xml" Id="R5d801828b09b40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8de8b42506dd49ba" /><Relationship Type="http://schemas.openxmlformats.org/officeDocument/2006/relationships/notesMaster" Target="/ppt/notesMasters/notesMaster1.xml" Id="R843641339b354e3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a10fddb220d4524" /><Relationship Type="http://schemas.openxmlformats.org/officeDocument/2006/relationships/notesMaster" Target="/ppt/notesMasters/notesMaster1.xml" Id="R1d70f5ca3ba64d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3a2d4d5508c4607" /><Relationship Type="http://schemas.openxmlformats.org/officeDocument/2006/relationships/notesMaster" Target="/ppt/notesMasters/notesMaster1.xml" Id="R2800040c645b4bfa"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041a16d0e94009" /><Relationship Type="http://schemas.openxmlformats.org/officeDocument/2006/relationships/notesMaster" Target="/ppt/notesMasters/notesMaster1.xml" Id="Ra0cdc5fa424f4539" /></Relationships>
</file>

<file path=ppt/notesSlides/_rels/notesSlide8.xml.rels>&#65279;<?xml version="1.0" encoding="utf-8"?><Relationships xmlns="http://schemas.openxmlformats.org/package/2006/relationships"><Relationship Type="http://schemas.openxmlformats.org/officeDocument/2006/relationships/slide" Target="/ppt/slides/slide8.xml" Id="R5d535a9ec514461f" /><Relationship Type="http://schemas.openxmlformats.org/officeDocument/2006/relationships/notesMaster" Target="/ppt/notesMasters/notesMaster1.xml" Id="R0dbee060264f4ab3" /></Relationships>
</file>

<file path=ppt/notesSlides/_rels/notesSlide9.xml.rels>&#65279;<?xml version="1.0" encoding="utf-8"?><Relationships xmlns="http://schemas.openxmlformats.org/package/2006/relationships"><Relationship Type="http://schemas.openxmlformats.org/officeDocument/2006/relationships/slide" Target="/ppt/slides/slide9.xml" Id="R2958ff2838304cd6" /><Relationship Type="http://schemas.openxmlformats.org/officeDocument/2006/relationships/notesMaster" Target="/ppt/notesMasters/notesMaster1.xml" Id="R150f980b25814df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d27ffa153042cb" /><Relationship Type="http://schemas.openxmlformats.org/officeDocument/2006/relationships/notesMaster" Target="/ppt/notesMasters/notesMaster1.xml" Id="R601b368dee7644b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41960288d764b6b" /><Relationship Type="http://schemas.openxmlformats.org/officeDocument/2006/relationships/notesMaster" Target="/ppt/notesMasters/notesMaster1.xml" Id="R1722a6dac8a04f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a50b1028014a65" /><Relationship Type="http://schemas.openxmlformats.org/officeDocument/2006/relationships/notesMaster" Target="/ppt/notesMasters/notesMaster1.xml" Id="Rd557f7e2d18440a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24de6d06244378" /><Relationship Type="http://schemas.openxmlformats.org/officeDocument/2006/relationships/notesMaster" Target="/ppt/notesMasters/notesMaster1.xml" Id="Rc774270276584e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fce80b8105c49b3" /><Relationship Type="http://schemas.openxmlformats.org/officeDocument/2006/relationships/notesMaster" Target="/ppt/notesMasters/notesMaster1.xml" Id="R70417cd2fe9643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Hackathon MVP. Team name and members supplied by the owner. ContextOS is a governed shared knowledge workspace for teams and AI agents.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Illustrative checkout scenario, not a customer study. The MVP provides accepted revisions, exact source manifests and dependency-based stale-run detection. Sources: backend/domain.py, README.md.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a conceptual comparison of workflows, not an empirical claim about every competing product. Initial target: small software teams coordinating product, architecture, development, QA and security. Differentiation from ContextOS blueprint and implemented domain contracts.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Features are supported by the local test suites. Verified cloud functionality includes sessions, shared review, live task calls, staleness, rerun and persistence across clients. Guided public cases use synthetic offline rehearsal.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Editable process diagram. Model suggestions never publish themselves. Review checks author independence, domain ownership, proposal hash and base revision. A rollback creates a new revision. See backend/domain.py and tests/test_domain.py.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Roles from the implemented membership and domain ownership model. Real sessions use signed role/workspace claims; public synthetic walkthroughs allow persona switching. Next actions are scoped suggestions, never elevated permissions.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Editable architecture diagram. Project contextos-512006, Cloud Run and Firestore region asia-south1; Vertex AI global endpoint. Dedicated runtime uses datastore.user, aiplatform.user and a custom two-permission session role. Public synthetic service uses AI_MODE=offline. Sources: DEPLOYMENT.md, backend/app.py, identity.py and store.py.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Actual stack from requirements.txt and deployed configuration. The MCP interface and context-page service are tested locally; this Cloud Run service hosts the web/API application, not a separate public MCP server.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Cost is not claimed to be zero or fixed. Limits are not a global spending cap. Hosting: https://cloud.google.com/run/pricing ; storage: https://cloud.google.com/firestore/pricing ; model pricing: https://cloud.google.com/vertex-ai/generative-ai/pricing . A per-task cost estimate must include all billed model tokens. Source: actual Cloud Run deployment limits, backend/store.py and domain.py.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Actual screenshot of the hosted synthetic MVP, captured 18 October 2026. Not a fabricated mockup. No private workspace content or credentials appear.</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Local suite: 105 Python + 36 Node tests, no skips; two upstream deprecation warnings. Firestore concurrent approval test has exactly one winner and preserves original v1 snapshots. Deployed verifier evidence workspace cloud-verification-d54d3770d77a; the repeated live verification includes the actual browser Origin header and passes after the HTTPS proxy correction. Judge member sign-in, scoped source access, structured extraction and logout also pass. Hosted CI previously passed on 6936f27. No latency/load or productivity benchmark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Strategic assessment by the team, not external market research. Mitigations: independent owners, exact sources, explicit uncertainty and limited pilot scope. Semantic retrieval and integrations are roadmap items.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Future items are explicitly unimplemented roadmap, not shipped claims. Local MCP interface exists; a supported end-user integration/distribution and larger scale remain future work. Pilot metrics need a baseline and evaluation before any savings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Public walkthrough contains synthetic data and deterministic offline source briefings. Team service uses real sessions, Firestore and Vertex AI. Credentials are private and excluded from the deck and Git. Video needs a public YouTube/Vimeo/Drive link at submission; local MP4 is included with deliverables.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938b057a934406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de87d449334b9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b762bec08604a2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88836c9476b4f8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2899513ee034a1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0db72eb56541b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01e563e53bf4193"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01b02a8caff7460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7afa4587bfe42f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fdb2110d2214c8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839a74349d8416e"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F80EEC61-5686-4D48-9E5B-93B349C01167}"/>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AB585846-EED8-4530-AA7A-1253494545E0}"/>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FFC8B28C-2AF6-48BD-9CD8-BCE153B91242}"/>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9E97E1AB-1E72-41E3-A4C0-F31EF3BC3920}"/>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CA18D306-B3AC-41C7-983B-620EF1D9DFB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E5BEB22E-BAC1-4559-AF75-EF0C99E6C39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7F418460-8095-4C6D-8F3C-7AE30C196CB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7E80F9AC-41A3-4C04-87C0-6531CF99F9C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0240A65D-1EF5-484F-8625-B4070170B428}"/>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467C47FE-2CE4-49DC-A8F6-03628A271AF2}"/>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4C427ED5-5875-4162-8398-464F15E4650A}"/>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0A55605D-AEF7-4DB7-800B-C45032C8719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6C61CA40-5A9E-48A9-9D71-8EBCA3DBF4CF}"/>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4357CE45-1E08-4B82-84A6-E671802A607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8B7FA10C-1FA5-43CC-94B6-50F005B9D042}"/>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08CDA787-9016-41A6-BCDE-E5EB62326500}"/>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D7D22571-5F88-4440-A61A-33AE80361488}"/>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981FD46B-67C0-4705-8586-53635E3C646C}"/>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C96CDF58-69F4-4909-81B6-15276F9E334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07AD65E8-5C75-4B14-BE8A-53B0811E7F74}"/>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128B66D5-4818-4DF4-924C-D39A5F47DAB1}"/>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9D234CAD-7343-4B3B-B6CE-6F8E7003CFEA}"/>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D1FFCFBC-F8E8-4F22-9D38-51E9E5FE68BE}"/>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60DF42F9-50E4-49AA-902B-9BC8552344FE}"/>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C9CF1F6C-FE19-4AAA-814D-CD7B10378245}"/>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170BBD2C-7146-4DE5-99F2-A7D0970AE48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60383A0D-7C68-40B4-A1FB-4E6C1A502D85}"/>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30E18546-174F-4660-B052-6E775F799FCC}"/>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1729235C-8367-4050-BA0A-68D9148F728D}"/>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CF17C459-363D-43D8-80F6-C109FBAAE75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5ed294cf8b43b8" /><Relationship Type="http://schemas.openxmlformats.org/officeDocument/2006/relationships/slideLayout" Target="/ppt/slideLayouts/slideLayout1.xml" Id="R9f5bfebf7c644497" /><Relationship Type="http://schemas.openxmlformats.org/officeDocument/2006/relationships/slideLayout" Target="/ppt/slideLayouts/slideLayout2.xml" Id="R50ba53d0c7f44d18" /><Relationship Type="http://schemas.openxmlformats.org/officeDocument/2006/relationships/slideLayout" Target="/ppt/slideLayouts/slideLayout3.xml" Id="R5d1761b9e08b494f" /><Relationship Type="http://schemas.openxmlformats.org/officeDocument/2006/relationships/slideLayout" Target="/ppt/slideLayouts/slideLayout4.xml" Id="Re54d9170ac3e4d55" /><Relationship Type="http://schemas.openxmlformats.org/officeDocument/2006/relationships/slideLayout" Target="/ppt/slideLayouts/slideLayout5.xml" Id="Ra06bdb0ce4ea444b" /><Relationship Type="http://schemas.openxmlformats.org/officeDocument/2006/relationships/slideLayout" Target="/ppt/slideLayouts/slideLayout6.xml" Id="R312c17370c054207" /><Relationship Type="http://schemas.openxmlformats.org/officeDocument/2006/relationships/slideLayout" Target="/ppt/slideLayouts/slideLayout7.xml" Id="R1e94bd5575ee4706" /><Relationship Type="http://schemas.openxmlformats.org/officeDocument/2006/relationships/slideLayout" Target="/ppt/slideLayouts/slideLayout8.xml" Id="R9e5f5114b1fc4311" /><Relationship Type="http://schemas.openxmlformats.org/officeDocument/2006/relationships/slideLayout" Target="/ppt/slideLayouts/slideLayout9.xml" Id="Rea82c52b304a4256" /><Relationship Type="http://schemas.openxmlformats.org/officeDocument/2006/relationships/slideLayout" Target="/ppt/slideLayouts/slideLayout10.xml" Id="R1e429a4ca75d44fa" /><Relationship Type="http://schemas.openxmlformats.org/officeDocument/2006/relationships/slideLayout" Target="/ppt/slideLayouts/slideLayout11.xml" Id="R099ec3cf482f435b"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62F85B90-519B-4A63-8002-F0EF7BE39B34}"/>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145A9BD3-68E2-4D3F-B76E-79C0DB7337D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A88CEE51-1325-4D78-8242-A1C2479034F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f5bfebf7c644497"/>
    <p:sldLayoutId xmlns:r="http://schemas.openxmlformats.org/officeDocument/2006/relationships" id="2147483650" r:id="R50ba53d0c7f44d18"/>
    <p:sldLayoutId xmlns:r="http://schemas.openxmlformats.org/officeDocument/2006/relationships" id="2147483651" r:id="R5d1761b9e08b494f"/>
    <p:sldLayoutId xmlns:r="http://schemas.openxmlformats.org/officeDocument/2006/relationships" id="2147483652" r:id="Re54d9170ac3e4d55"/>
    <p:sldLayoutId xmlns:r="http://schemas.openxmlformats.org/officeDocument/2006/relationships" id="2147483653" r:id="Ra06bdb0ce4ea444b"/>
    <p:sldLayoutId xmlns:r="http://schemas.openxmlformats.org/officeDocument/2006/relationships" id="2147483654" r:id="R312c17370c054207"/>
    <p:sldLayoutId xmlns:r="http://schemas.openxmlformats.org/officeDocument/2006/relationships" id="2147483655" r:id="R1e94bd5575ee4706"/>
    <p:sldLayoutId xmlns:r="http://schemas.openxmlformats.org/officeDocument/2006/relationships" id="2147483656" r:id="R9e5f5114b1fc4311"/>
    <p:sldLayoutId xmlns:r="http://schemas.openxmlformats.org/officeDocument/2006/relationships" id="2147483657" r:id="Rea82c52b304a4256"/>
    <p:sldLayoutId xmlns:r="http://schemas.openxmlformats.org/officeDocument/2006/relationships" id="2147483658" r:id="R1e429a4ca75d44fa"/>
    <p:sldLayoutId xmlns:r="http://schemas.openxmlformats.org/officeDocument/2006/relationships" id="2147483659" r:id="R099ec3cf482f435b"/>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568babe4cdb47c4" /><Relationship Type="http://schemas.openxmlformats.org/officeDocument/2006/relationships/image" Target="/ppt/media/image.png" Id="R8299d7ef9c5248f1" /><Relationship Type="http://schemas.openxmlformats.org/officeDocument/2006/relationships/image" Target="/ppt/media/image2.png" Id="R29f657822e454bea" /><Relationship Type="http://schemas.openxmlformats.org/officeDocument/2006/relationships/notesSlide" Target="/ppt/notesSlides/notesSlide1.xml" Id="Re6d5073bd6df4cd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90e78a196a64fa7" /><Relationship Type="http://schemas.openxmlformats.org/officeDocument/2006/relationships/image" Target="/ppt/media/image3.png" Id="Re397a7fbd2fc4b5a" /><Relationship Type="http://schemas.openxmlformats.org/officeDocument/2006/relationships/notesSlide" Target="/ppt/notesSlides/notesSlide2.xml" Id="R5f0fcbed58114c2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fdb9aa02d4648fe" /><Relationship Type="http://schemas.openxmlformats.org/officeDocument/2006/relationships/image" Target="/ppt/media/image2.png" Id="Racbbcd79e47e4e54" /><Relationship Type="http://schemas.openxmlformats.org/officeDocument/2006/relationships/image" Target="/ppt/media/image3.png" Id="R00d6f6412f6d4a5d" /><Relationship Type="http://schemas.openxmlformats.org/officeDocument/2006/relationships/notesSlide" Target="/ppt/notesSlides/notesSlide3.xml" Id="Re8829d0ec1644a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84d32468abb44f4" /><Relationship Type="http://schemas.openxmlformats.org/officeDocument/2006/relationships/image" Target="/ppt/media/image2.png" Id="Rbc880210c78a4c17" /><Relationship Type="http://schemas.openxmlformats.org/officeDocument/2006/relationships/image" Target="/ppt/media/image3.png" Id="Rba59af7e2da541a1" /><Relationship Type="http://schemas.openxmlformats.org/officeDocument/2006/relationships/notesSlide" Target="/ppt/notesSlides/notesSlide4.xml" Id="R03b20b56f1d6415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691959a50824bb6" /><Relationship Type="http://schemas.openxmlformats.org/officeDocument/2006/relationships/image" Target="/ppt/media/image2.png" Id="R97a1c3a886ba4227" /><Relationship Type="http://schemas.openxmlformats.org/officeDocument/2006/relationships/image" Target="/ppt/media/image3.png" Id="R2bed9fb2a32f4b62" /><Relationship Type="http://schemas.openxmlformats.org/officeDocument/2006/relationships/notesSlide" Target="/ppt/notesSlides/notesSlide5.xml" Id="Re383c7fc63964de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f6625c7f9b43ce" /><Relationship Type="http://schemas.openxmlformats.org/officeDocument/2006/relationships/image" Target="/ppt/media/image2.png" Id="Rc0e142380a284229" /><Relationship Type="http://schemas.openxmlformats.org/officeDocument/2006/relationships/image" Target="/ppt/media/image3.png" Id="R613427db80104dc7" /><Relationship Type="http://schemas.openxmlformats.org/officeDocument/2006/relationships/notesSlide" Target="/ppt/notesSlides/notesSlide6.xml" Id="Ra3e18ac2baa540b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473ad08481c431f" /><Relationship Type="http://schemas.openxmlformats.org/officeDocument/2006/relationships/image" Target="/ppt/media/image2.png" Id="R4e38e4d604534028" /><Relationship Type="http://schemas.openxmlformats.org/officeDocument/2006/relationships/image" Target="/ppt/media/image3.png" Id="R1c903777ab994cda" /><Relationship Type="http://schemas.openxmlformats.org/officeDocument/2006/relationships/notesSlide" Target="/ppt/notesSlides/notesSlide7.xml" Id="Rbc60ab8c34dd42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e52d14dc4624673" /><Relationship Type="http://schemas.openxmlformats.org/officeDocument/2006/relationships/image" Target="/ppt/media/image2.png" Id="R722df16a68254ef1" /><Relationship Type="http://schemas.openxmlformats.org/officeDocument/2006/relationships/image" Target="/ppt/media/image3.png" Id="R3963d8c2049e40ca" /><Relationship Type="http://schemas.openxmlformats.org/officeDocument/2006/relationships/notesSlide" Target="/ppt/notesSlides/notesSlide8.xml" Id="R23fab8fd804e48b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199c8db11bb4294" /><Relationship Type="http://schemas.openxmlformats.org/officeDocument/2006/relationships/image" Target="/ppt/media/image2.png" Id="R9695b7258a834074" /><Relationship Type="http://schemas.openxmlformats.org/officeDocument/2006/relationships/image" Target="/ppt/media/image3.png" Id="Re34d1ab12b644ab8" /><Relationship Type="http://schemas.openxmlformats.org/officeDocument/2006/relationships/notesSlide" Target="/ppt/notesSlides/notesSlide9.xml" Id="R6fd669a48ebf40b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c28672e71a423a" /><Relationship Type="http://schemas.openxmlformats.org/officeDocument/2006/relationships/image" Target="/ppt/media/image2.png" Id="Rf633237953634180" /><Relationship Type="http://schemas.openxmlformats.org/officeDocument/2006/relationships/image" Target="/ppt/media/image3.png" Id="Re46d2f8a9f284209" /><Relationship Type="http://schemas.openxmlformats.org/officeDocument/2006/relationships/image" Target="/ppt/media/image.jpeg" Id="R607080f483db400c" /><Relationship Type="http://schemas.openxmlformats.org/officeDocument/2006/relationships/notesSlide" Target="/ppt/notesSlides/notesSlide10.xml" Id="R8fc642b309c4417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c76516a6aff4977" /><Relationship Type="http://schemas.openxmlformats.org/officeDocument/2006/relationships/image" Target="/ppt/media/image2.png" Id="R9a3c96edd16841c3" /><Relationship Type="http://schemas.openxmlformats.org/officeDocument/2006/relationships/image" Target="/ppt/media/image3.png" Id="R20adb0acfa3249b3" /><Relationship Type="http://schemas.openxmlformats.org/officeDocument/2006/relationships/notesSlide" Target="/ppt/notesSlides/notesSlide11.xml" Id="R6de8e1c4bb0149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35fa8db6e841b9" /><Relationship Type="http://schemas.openxmlformats.org/officeDocument/2006/relationships/image" Target="/ppt/media/image2.png" Id="R2cbcb966c79347ad" /><Relationship Type="http://schemas.openxmlformats.org/officeDocument/2006/relationships/image" Target="/ppt/media/image3.png" Id="R6e44d261d6204f3d" /><Relationship Type="http://schemas.openxmlformats.org/officeDocument/2006/relationships/notesSlide" Target="/ppt/notesSlides/notesSlide12.xml" Id="R93011f619ba849d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747611da240418f" /><Relationship Type="http://schemas.openxmlformats.org/officeDocument/2006/relationships/image" Target="/ppt/media/image2.png" Id="Rca3197f7c5374b9c" /><Relationship Type="http://schemas.openxmlformats.org/officeDocument/2006/relationships/image" Target="/ppt/media/image3.png" Id="R35e2ad7da94a4481" /><Relationship Type="http://schemas.openxmlformats.org/officeDocument/2006/relationships/notesSlide" Target="/ppt/notesSlides/notesSlide13.xml" Id="R9a8bf7bb47ab430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ac383f992a4bcb" /><Relationship Type="http://schemas.openxmlformats.org/officeDocument/2006/relationships/image" Target="/ppt/media/image2.png" Id="Rd10c274ad10348d6" /><Relationship Type="http://schemas.openxmlformats.org/officeDocument/2006/relationships/image" Target="/ppt/media/image3.png" Id="R048eaab96a7e444a" /><Relationship Type="http://schemas.openxmlformats.org/officeDocument/2006/relationships/hyperlink" Target="https://contextos-demo-443743777956.asia-south1.run.app" TargetMode="External" Id="R9ad385ace9fb4aa9" /><Relationship Type="http://schemas.openxmlformats.org/officeDocument/2006/relationships/hyperlink" Target="https://contextos-443743777956.asia-south1.run.app" TargetMode="External" Id="R08cf0071613e4a02" /><Relationship Type="http://schemas.openxmlformats.org/officeDocument/2006/relationships/hyperlink" Target="https://github.com/silent-doom/contextos" TargetMode="External" Id="Rf934646be0194ac3" /><Relationship Type="http://schemas.openxmlformats.org/officeDocument/2006/relationships/notesSlide" Target="/ppt/notesSlides/notesSlide14.xml" Id="R2c6f54e1459c4e2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56008FBF-D489-4BBC-BBA3-25E86A6442A7}"/>
              </a:ext>
            </a:extLst>
          </p:cNvPr>
          <p:cNvSpPr>
            <a:spLocks xmlns:a="http://schemas.openxmlformats.org/drawingml/2006/main" noGrp="1"/>
          </p:cNvSpPr>
          <p:nvPr/>
        </p:nvSpPr>
        <p:spPr>
          <a:xfrm xmlns:a="http://schemas.openxmlformats.org/drawingml/2006/main">
            <a:off x="146600" y="2902694"/>
            <a:ext cx="8760000" cy="200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100">
                <a:latin typeface="Google Sans Flex SemiBold"/>
                <a:ea typeface="Google Sans Flex SemiBold"/>
                <a:cs typeface="Google Sans Flex SemiBold"/>
              </a:rPr>
              <a:t/>
            </a:r>
            <a:endParaRPr sz="2100">
              <a:latin typeface="Google Sans Flex SemiBold"/>
              <a:ea typeface="Google Sans Flex SemiBold"/>
              <a:cs typeface="Google Sans Flex SemiBold"/>
            </a:endParaRPr>
          </a:p>
        </p:txBody>
      </p:sp>
      <p:pic>
        <p:nvPicPr>
          <p:cNvPr id="55" name="Google Shape;55;p13">
            <a:extLst xmlns:a="http://schemas.openxmlformats.org/drawingml/2006/main">
              <a:ext uri="{FF2B5EF4-FFF2-40B4-BE49-F238E27FC236}">
                <a16:creationId xmlns:a16="http://schemas.microsoft.com/office/drawing/2014/main" id="{2CDF1D02-F1E9-42D5-BA82-F65F9B737237}"/>
              </a:ext>
            </a:extLst>
          </p:cNvPr>
          <p:cNvPicPr>
            <a:picLocks xmlns:a="http://schemas.openxmlformats.org/drawingml/2006/main" noChangeAspect="1"/>
          </p:cNvPicPr>
          <p:nvPr/>
        </p:nvPicPr>
        <p:blipFill>
          <a:blip xmlns:r="http://schemas.openxmlformats.org/officeDocument/2006/relationships" xmlns:a="http://schemas.openxmlformats.org/drawingml/2006/main" r:embed="R8299d7ef9c5248f1">
            <a:alphaModFix/>
          </a:blip>
          <a:stretch xmlns:a="http://schemas.openxmlformats.org/drawingml/2006/main">
            <a:fillRect l="0" t="0" r="0" b="0"/>
          </a:stretch>
        </p:blipFill>
        <p:spPr>
          <a:xfrm xmlns:a="http://schemas.openxmlformats.org/drawingml/2006/main">
            <a:off x="0" y="-3"/>
            <a:ext cx="9144000" cy="2715526"/>
          </a:xfrm>
          <a:prstGeom xmlns:a="http://schemas.openxmlformats.org/drawingml/2006/main" prst="rect">
            <a:avLst/>
          </a:prstGeom>
          <a:ln xmlns:a="http://schemas.openxmlformats.org/drawingml/2006/main">
            <a:noFill/>
          </a:ln>
        </p:spPr>
      </p:pic>
      <p:pic>
        <p:nvPicPr>
          <p:cNvPr id="56" name="Google Shape;56;p13">
            <a:extLst xmlns:a="http://schemas.openxmlformats.org/drawingml/2006/main">
              <a:ext uri="{FF2B5EF4-FFF2-40B4-BE49-F238E27FC236}">
                <a16:creationId xmlns:a16="http://schemas.microsoft.com/office/drawing/2014/main" id="{FB903EDF-9621-4899-859C-5B4E0BE06F2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9f657822e454bea">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sp>
        <p:nvSpPr>
          <p:cNvPr id="57" name="">
            <a:extLst xmlns:a="http://schemas.openxmlformats.org/drawingml/2006/main">
              <a:ext uri="{FF2B5EF4-FFF2-40B4-BE49-F238E27FC236}">
                <a16:creationId xmlns:a16="http://schemas.microsoft.com/office/drawing/2014/main" id="{9BAEAE64-C9F0-4481-B233-5A6770533EB0}"/>
              </a:ext>
            </a:extLst>
          </p:cNvPr>
          <p:cNvSpPr>
            <a:spLocks xmlns:a="http://schemas.openxmlformats.org/drawingml/2006/main" noGrp="1"/>
          </p:cNvSpPr>
          <p:nvPr/>
        </p:nvSpPr>
        <p:spPr>
          <a:xfrm xmlns:a="http://schemas.openxmlformats.org/drawingml/2006/main">
            <a:off x="342900" y="2924175"/>
            <a:ext cx="8458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547D0"/>
                </a:solidFill>
                <a:latin typeface="Arial"/>
                <a:ea typeface="Arial"/>
                <a:cs typeface="Arial"/>
              </a:defRPr>
            </a:defPPr>
            <a:lvl1pPr>
              <a:defRPr sz="2850" b="1">
                <a:solidFill>
                  <a:srgbClr val="2547D0"/>
                </a:solidFill>
                <a:latin typeface="Arial"/>
                <a:ea typeface="Arial"/>
                <a:cs typeface="Arial"/>
              </a:defRPr>
            </a:lvl1pPr>
            <a:lvl2pPr>
              <a:defRPr sz="2850" b="1">
                <a:solidFill>
                  <a:srgbClr val="2547D0"/>
                </a:solidFill>
                <a:latin typeface="Arial"/>
                <a:ea typeface="Arial"/>
                <a:cs typeface="Arial"/>
              </a:defRPr>
            </a:lvl2pPr>
            <a:lvl3pPr>
              <a:defRPr sz="2850" b="1">
                <a:solidFill>
                  <a:srgbClr val="2547D0"/>
                </a:solidFill>
                <a:latin typeface="Arial"/>
                <a:ea typeface="Arial"/>
                <a:cs typeface="Arial"/>
              </a:defRPr>
            </a:lvl3pPr>
            <a:lvl4pPr>
              <a:defRPr sz="2850" b="1">
                <a:solidFill>
                  <a:srgbClr val="2547D0"/>
                </a:solidFill>
                <a:latin typeface="Arial"/>
                <a:ea typeface="Arial"/>
                <a:cs typeface="Arial"/>
              </a:defRPr>
            </a:lvl4pPr>
            <a:lvl5pPr>
              <a:defRPr sz="2850" b="1">
                <a:solidFill>
                  <a:srgbClr val="2547D0"/>
                </a:solidFill>
                <a:latin typeface="Arial"/>
                <a:ea typeface="Arial"/>
                <a:cs typeface="Arial"/>
              </a:defRPr>
            </a:lvl5pPr>
            <a:lvl6pPr>
              <a:defRPr sz="2850" b="1">
                <a:solidFill>
                  <a:srgbClr val="2547D0"/>
                </a:solidFill>
                <a:latin typeface="Arial"/>
                <a:ea typeface="Arial"/>
                <a:cs typeface="Arial"/>
              </a:defRPr>
            </a:lvl6pPr>
            <a:lvl7pPr>
              <a:defRPr sz="2850" b="1">
                <a:solidFill>
                  <a:srgbClr val="2547D0"/>
                </a:solidFill>
                <a:latin typeface="Arial"/>
                <a:ea typeface="Arial"/>
                <a:cs typeface="Arial"/>
              </a:defRPr>
            </a:lvl7pPr>
            <a:lvl8pPr>
              <a:defRPr sz="2850" b="1">
                <a:solidFill>
                  <a:srgbClr val="2547D0"/>
                </a:solidFill>
                <a:latin typeface="Arial"/>
                <a:ea typeface="Arial"/>
                <a:cs typeface="Arial"/>
              </a:defRPr>
            </a:lvl8pPr>
            <a:lvl9pPr>
              <a:defRPr sz="2850" b="1">
                <a:solidFill>
                  <a:srgbClr val="2547D0"/>
                </a:solidFill>
                <a:latin typeface="Arial"/>
                <a:ea typeface="Arial"/>
                <a:cs typeface="Arial"/>
              </a:defRPr>
            </a:lvl9pPr>
          </a:lstStyle>
          <a:p xmlns:a="http://schemas.openxmlformats.org/drawingml/2006/main">
            <a:pPr>
              <a:defRPr sz="2850" b="1">
                <a:solidFill>
                  <a:srgbClr val="2547D0"/>
                </a:solidFill>
                <a:latin typeface="Arial"/>
                <a:ea typeface="Arial"/>
                <a:cs typeface="Arial"/>
              </a:defRPr>
            </a:pPr>
            <a:r>
              <a:rPr sz="2850" b="1">
                <a:solidFill>
                  <a:srgbClr val="2547D0"/>
                </a:solidFill>
                <a:latin typeface="Arial"/>
                <a:ea typeface="Arial"/>
                <a:cs typeface="Arial"/>
              </a:rPr>
              <a:t>ContextOS</a:t>
            </a:r>
          </a:p>
        </p:txBody>
      </p:sp>
      <p:sp>
        <p:nvSpPr>
          <p:cNvPr id="58" name="">
            <a:extLst xmlns:a="http://schemas.openxmlformats.org/drawingml/2006/main">
              <a:ext uri="{FF2B5EF4-FFF2-40B4-BE49-F238E27FC236}">
                <a16:creationId xmlns:a16="http://schemas.microsoft.com/office/drawing/2014/main" id="{448DA190-055A-48E5-A4EE-9AAA7D5578EF}"/>
              </a:ext>
            </a:extLst>
          </p:cNvPr>
          <p:cNvSpPr>
            <a:spLocks xmlns:a="http://schemas.openxmlformats.org/drawingml/2006/main" noGrp="1"/>
          </p:cNvSpPr>
          <p:nvPr/>
        </p:nvSpPr>
        <p:spPr>
          <a:xfrm xmlns:a="http://schemas.openxmlformats.org/drawingml/2006/main">
            <a:off x="342900" y="3467100"/>
            <a:ext cx="8458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2039"/>
                </a:solidFill>
                <a:latin typeface="Arial"/>
                <a:ea typeface="Arial"/>
                <a:cs typeface="Arial"/>
              </a:defRPr>
            </a:defPPr>
            <a:lvl1pPr>
              <a:defRPr sz="2100" b="1">
                <a:solidFill>
                  <a:srgbClr val="152039"/>
                </a:solidFill>
                <a:latin typeface="Arial"/>
                <a:ea typeface="Arial"/>
                <a:cs typeface="Arial"/>
              </a:defRPr>
            </a:lvl1pPr>
            <a:lvl2pPr>
              <a:defRPr sz="2100" b="1">
                <a:solidFill>
                  <a:srgbClr val="152039"/>
                </a:solidFill>
                <a:latin typeface="Arial"/>
                <a:ea typeface="Arial"/>
                <a:cs typeface="Arial"/>
              </a:defRPr>
            </a:lvl2pPr>
            <a:lvl3pPr>
              <a:defRPr sz="2100" b="1">
                <a:solidFill>
                  <a:srgbClr val="152039"/>
                </a:solidFill>
                <a:latin typeface="Arial"/>
                <a:ea typeface="Arial"/>
                <a:cs typeface="Arial"/>
              </a:defRPr>
            </a:lvl3pPr>
            <a:lvl4pPr>
              <a:defRPr sz="2100" b="1">
                <a:solidFill>
                  <a:srgbClr val="152039"/>
                </a:solidFill>
                <a:latin typeface="Arial"/>
                <a:ea typeface="Arial"/>
                <a:cs typeface="Arial"/>
              </a:defRPr>
            </a:lvl4pPr>
            <a:lvl5pPr>
              <a:defRPr sz="2100" b="1">
                <a:solidFill>
                  <a:srgbClr val="152039"/>
                </a:solidFill>
                <a:latin typeface="Arial"/>
                <a:ea typeface="Arial"/>
                <a:cs typeface="Arial"/>
              </a:defRPr>
            </a:lvl5pPr>
            <a:lvl6pPr>
              <a:defRPr sz="2100" b="1">
                <a:solidFill>
                  <a:srgbClr val="152039"/>
                </a:solidFill>
                <a:latin typeface="Arial"/>
                <a:ea typeface="Arial"/>
                <a:cs typeface="Arial"/>
              </a:defRPr>
            </a:lvl6pPr>
            <a:lvl7pPr>
              <a:defRPr sz="2100" b="1">
                <a:solidFill>
                  <a:srgbClr val="152039"/>
                </a:solidFill>
                <a:latin typeface="Arial"/>
                <a:ea typeface="Arial"/>
                <a:cs typeface="Arial"/>
              </a:defRPr>
            </a:lvl7pPr>
            <a:lvl8pPr>
              <a:defRPr sz="2100" b="1">
                <a:solidFill>
                  <a:srgbClr val="152039"/>
                </a:solidFill>
                <a:latin typeface="Arial"/>
                <a:ea typeface="Arial"/>
                <a:cs typeface="Arial"/>
              </a:defRPr>
            </a:lvl8pPr>
            <a:lvl9pPr>
              <a:defRPr sz="2100" b="1">
                <a:solidFill>
                  <a:srgbClr val="152039"/>
                </a:solidFill>
                <a:latin typeface="Arial"/>
                <a:ea typeface="Arial"/>
                <a:cs typeface="Arial"/>
              </a:defRPr>
            </a:lvl9pPr>
          </a:lstStyle>
          <a:p xmlns:a="http://schemas.openxmlformats.org/drawingml/2006/main">
            <a:pPr>
              <a:defRPr sz="2100" b="1">
                <a:solidFill>
                  <a:srgbClr val="152039"/>
                </a:solidFill>
                <a:latin typeface="Arial"/>
                <a:ea typeface="Arial"/>
                <a:cs typeface="Arial"/>
              </a:defRPr>
            </a:pPr>
            <a:r>
              <a:rPr sz="2100" b="1">
                <a:solidFill>
                  <a:srgbClr val="152039"/>
                </a:solidFill>
                <a:latin typeface="Arial"/>
                <a:ea typeface="Arial"/>
                <a:cs typeface="Arial"/>
              </a:rPr>
              <a:t>Three-Way Handshake</a:t>
            </a:r>
          </a:p>
        </p:txBody>
      </p:sp>
      <p:sp>
        <p:nvSpPr>
          <p:cNvPr id="59" name="">
            <a:extLst xmlns:a="http://schemas.openxmlformats.org/drawingml/2006/main">
              <a:ext uri="{FF2B5EF4-FFF2-40B4-BE49-F238E27FC236}">
                <a16:creationId xmlns:a16="http://schemas.microsoft.com/office/drawing/2014/main" id="{26162B17-6BC5-4618-9051-09E3BE32AA13}"/>
              </a:ext>
            </a:extLst>
          </p:cNvPr>
          <p:cNvSpPr>
            <a:spLocks xmlns:a="http://schemas.openxmlformats.org/drawingml/2006/main" noGrp="1"/>
          </p:cNvSpPr>
          <p:nvPr/>
        </p:nvSpPr>
        <p:spPr>
          <a:xfrm xmlns:a="http://schemas.openxmlformats.org/drawingml/2006/main">
            <a:off x="342900" y="3962400"/>
            <a:ext cx="8458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039"/>
                </a:solidFill>
                <a:latin typeface="Arial"/>
                <a:ea typeface="Arial"/>
                <a:cs typeface="Arial"/>
              </a:defRPr>
            </a:defPPr>
            <a:lvl1pPr>
              <a:defRPr sz="1725" b="0">
                <a:solidFill>
                  <a:srgbClr val="152039"/>
                </a:solidFill>
                <a:latin typeface="Arial"/>
                <a:ea typeface="Arial"/>
                <a:cs typeface="Arial"/>
              </a:defRPr>
            </a:lvl1pPr>
            <a:lvl2pPr>
              <a:defRPr sz="1725" b="0">
                <a:solidFill>
                  <a:srgbClr val="152039"/>
                </a:solidFill>
                <a:latin typeface="Arial"/>
                <a:ea typeface="Arial"/>
                <a:cs typeface="Arial"/>
              </a:defRPr>
            </a:lvl2pPr>
            <a:lvl3pPr>
              <a:defRPr sz="1725" b="0">
                <a:solidFill>
                  <a:srgbClr val="152039"/>
                </a:solidFill>
                <a:latin typeface="Arial"/>
                <a:ea typeface="Arial"/>
                <a:cs typeface="Arial"/>
              </a:defRPr>
            </a:lvl3pPr>
            <a:lvl4pPr>
              <a:defRPr sz="1725" b="0">
                <a:solidFill>
                  <a:srgbClr val="152039"/>
                </a:solidFill>
                <a:latin typeface="Arial"/>
                <a:ea typeface="Arial"/>
                <a:cs typeface="Arial"/>
              </a:defRPr>
            </a:lvl4pPr>
            <a:lvl5pPr>
              <a:defRPr sz="1725" b="0">
                <a:solidFill>
                  <a:srgbClr val="152039"/>
                </a:solidFill>
                <a:latin typeface="Arial"/>
                <a:ea typeface="Arial"/>
                <a:cs typeface="Arial"/>
              </a:defRPr>
            </a:lvl5pPr>
            <a:lvl6pPr>
              <a:defRPr sz="1725" b="0">
                <a:solidFill>
                  <a:srgbClr val="152039"/>
                </a:solidFill>
                <a:latin typeface="Arial"/>
                <a:ea typeface="Arial"/>
                <a:cs typeface="Arial"/>
              </a:defRPr>
            </a:lvl6pPr>
            <a:lvl7pPr>
              <a:defRPr sz="1725" b="0">
                <a:solidFill>
                  <a:srgbClr val="152039"/>
                </a:solidFill>
                <a:latin typeface="Arial"/>
                <a:ea typeface="Arial"/>
                <a:cs typeface="Arial"/>
              </a:defRPr>
            </a:lvl7pPr>
            <a:lvl8pPr>
              <a:defRPr sz="1725" b="0">
                <a:solidFill>
                  <a:srgbClr val="152039"/>
                </a:solidFill>
                <a:latin typeface="Arial"/>
                <a:ea typeface="Arial"/>
                <a:cs typeface="Arial"/>
              </a:defRPr>
            </a:lvl8pPr>
            <a:lvl9pPr>
              <a:defRPr sz="1725" b="0">
                <a:solidFill>
                  <a:srgbClr val="152039"/>
                </a:solidFill>
                <a:latin typeface="Arial"/>
                <a:ea typeface="Arial"/>
                <a:cs typeface="Arial"/>
              </a:defRPr>
            </a:lvl9pPr>
          </a:lstStyle>
          <a:p xmlns:a="http://schemas.openxmlformats.org/drawingml/2006/main">
            <a:pPr>
              <a:defRPr sz="1725" b="0">
                <a:solidFill>
                  <a:srgbClr val="152039"/>
                </a:solidFill>
                <a:latin typeface="Arial"/>
                <a:ea typeface="Arial"/>
                <a:cs typeface="Arial"/>
              </a:defRPr>
            </a:pPr>
            <a:r>
              <a:rPr sz="1725" b="0">
                <a:solidFill>
                  <a:srgbClr val="152039"/>
                </a:solidFill>
                <a:latin typeface="Arial"/>
                <a:ea typeface="Arial"/>
                <a:cs typeface="Arial"/>
              </a:rPr>
              <a:t>Faizan Choudhary · Amogh Prabhu · Ankush Bhagat</a:t>
            </a:r>
          </a:p>
        </p:txBody>
      </p:sp>
      <p:sp>
        <p:nvSpPr>
          <p:cNvPr id="60" name="">
            <a:extLst xmlns:a="http://schemas.openxmlformats.org/drawingml/2006/main">
              <a:ext uri="{FF2B5EF4-FFF2-40B4-BE49-F238E27FC236}">
                <a16:creationId xmlns:a16="http://schemas.microsoft.com/office/drawing/2014/main" id="{61674ADF-02B7-47E4-BBBD-997F5FC88F5C}"/>
              </a:ext>
            </a:extLst>
          </p:cNvPr>
          <p:cNvSpPr>
            <a:spLocks xmlns:a="http://schemas.openxmlformats.org/drawingml/2006/main" noGrp="1"/>
          </p:cNvSpPr>
          <p:nvPr/>
        </p:nvSpPr>
        <p:spPr>
          <a:xfrm xmlns:a="http://schemas.openxmlformats.org/drawingml/2006/main">
            <a:off x="342900" y="4419600"/>
            <a:ext cx="8458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039"/>
                </a:solidFill>
                <a:latin typeface="Arial"/>
                <a:ea typeface="Arial"/>
                <a:cs typeface="Arial"/>
              </a:defRPr>
            </a:defPPr>
            <a:lvl1pPr>
              <a:defRPr sz="1725" b="0">
                <a:solidFill>
                  <a:srgbClr val="152039"/>
                </a:solidFill>
                <a:latin typeface="Arial"/>
                <a:ea typeface="Arial"/>
                <a:cs typeface="Arial"/>
              </a:defRPr>
            </a:lvl1pPr>
            <a:lvl2pPr>
              <a:defRPr sz="1725" b="0">
                <a:solidFill>
                  <a:srgbClr val="152039"/>
                </a:solidFill>
                <a:latin typeface="Arial"/>
                <a:ea typeface="Arial"/>
                <a:cs typeface="Arial"/>
              </a:defRPr>
            </a:lvl2pPr>
            <a:lvl3pPr>
              <a:defRPr sz="1725" b="0">
                <a:solidFill>
                  <a:srgbClr val="152039"/>
                </a:solidFill>
                <a:latin typeface="Arial"/>
                <a:ea typeface="Arial"/>
                <a:cs typeface="Arial"/>
              </a:defRPr>
            </a:lvl3pPr>
            <a:lvl4pPr>
              <a:defRPr sz="1725" b="0">
                <a:solidFill>
                  <a:srgbClr val="152039"/>
                </a:solidFill>
                <a:latin typeface="Arial"/>
                <a:ea typeface="Arial"/>
                <a:cs typeface="Arial"/>
              </a:defRPr>
            </a:lvl4pPr>
            <a:lvl5pPr>
              <a:defRPr sz="1725" b="0">
                <a:solidFill>
                  <a:srgbClr val="152039"/>
                </a:solidFill>
                <a:latin typeface="Arial"/>
                <a:ea typeface="Arial"/>
                <a:cs typeface="Arial"/>
              </a:defRPr>
            </a:lvl5pPr>
            <a:lvl6pPr>
              <a:defRPr sz="1725" b="0">
                <a:solidFill>
                  <a:srgbClr val="152039"/>
                </a:solidFill>
                <a:latin typeface="Arial"/>
                <a:ea typeface="Arial"/>
                <a:cs typeface="Arial"/>
              </a:defRPr>
            </a:lvl6pPr>
            <a:lvl7pPr>
              <a:defRPr sz="1725" b="0">
                <a:solidFill>
                  <a:srgbClr val="152039"/>
                </a:solidFill>
                <a:latin typeface="Arial"/>
                <a:ea typeface="Arial"/>
                <a:cs typeface="Arial"/>
              </a:defRPr>
            </a:lvl7pPr>
            <a:lvl8pPr>
              <a:defRPr sz="1725" b="0">
                <a:solidFill>
                  <a:srgbClr val="152039"/>
                </a:solidFill>
                <a:latin typeface="Arial"/>
                <a:ea typeface="Arial"/>
                <a:cs typeface="Arial"/>
              </a:defRPr>
            </a:lvl8pPr>
            <a:lvl9pPr>
              <a:defRPr sz="1725" b="0">
                <a:solidFill>
                  <a:srgbClr val="152039"/>
                </a:solidFill>
                <a:latin typeface="Arial"/>
                <a:ea typeface="Arial"/>
                <a:cs typeface="Arial"/>
              </a:defRPr>
            </a:lvl9pPr>
          </a:lstStyle>
          <a:p xmlns:a="http://schemas.openxmlformats.org/drawingml/2006/main">
            <a:pPr>
              <a:defRPr sz="1725" b="0">
                <a:solidFill>
                  <a:srgbClr val="152039"/>
                </a:solidFill>
                <a:latin typeface="Arial"/>
                <a:ea typeface="Arial"/>
                <a:cs typeface="Arial"/>
              </a:defRPr>
            </a:pPr>
            <a:r>
              <a:rPr sz="1725" b="0">
                <a:solidFill>
                  <a:srgbClr val="152039"/>
                </a:solidFill>
                <a:latin typeface="Arial"/>
                <a:ea typeface="Arial"/>
                <a:cs typeface="Arial"/>
              </a:rPr>
              <a:t>Future of Work &amp; Enterprise Productivity</a:t>
            </a:r>
          </a:p>
        </p:txBody>
      </p:sp>
    </p:spTree>
    <p:extLst>
      <p:ext uri="{BB962C8B-B14F-4D97-AF65-F5344CB8AC3E}">
        <p14:creationId xmlns:p14="http://schemas.microsoft.com/office/powerpoint/2010/main" val="22385181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9" name="Google Shape;69;p15">
            <a:extLst xmlns:a="http://schemas.openxmlformats.org/drawingml/2006/main">
              <a:ext uri="{FF2B5EF4-FFF2-40B4-BE49-F238E27FC236}">
                <a16:creationId xmlns:a16="http://schemas.microsoft.com/office/drawing/2014/main" id="{356DAD31-2F53-4E8C-9929-852EB9C3C84B}"/>
              </a:ext>
            </a:extLst>
          </p:cNvPr>
          <p:cNvPicPr>
            <a:picLocks xmlns:a="http://schemas.openxmlformats.org/drawingml/2006/main" noChangeAspect="1"/>
          </p:cNvPicPr>
          <p:nvPr/>
        </p:nvPicPr>
        <p:blipFill>
          <a:blip xmlns:r="http://schemas.openxmlformats.org/officeDocument/2006/relationships" xmlns:a="http://schemas.openxmlformats.org/drawingml/2006/main" r:embed="Re397a7fbd2fc4b5a">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0" name="Google Shape;70;p15">
            <a:extLst xmlns:a="http://schemas.openxmlformats.org/drawingml/2006/main">
              <a:ext uri="{FF2B5EF4-FFF2-40B4-BE49-F238E27FC236}">
                <a16:creationId xmlns:a16="http://schemas.microsoft.com/office/drawing/2014/main" id="{73CBA11D-F2E0-47D9-B9BC-881B18A51736}"/>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1" name="Google Shape;71;p15">
            <a:extLst xmlns:a="http://schemas.openxmlformats.org/drawingml/2006/main">
              <a:ext uri="{FF2B5EF4-FFF2-40B4-BE49-F238E27FC236}">
                <a16:creationId xmlns:a16="http://schemas.microsoft.com/office/drawing/2014/main" id="{E9543B0C-FCE8-440E-BDEF-04D349BBF4C3}"/>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72" name="">
            <a:extLst xmlns:a="http://schemas.openxmlformats.org/drawingml/2006/main">
              <a:ext uri="{FF2B5EF4-FFF2-40B4-BE49-F238E27FC236}">
                <a16:creationId xmlns:a16="http://schemas.microsoft.com/office/drawing/2014/main" id="{BB164286-073D-4004-B497-818984062E96}"/>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The problem and the idea</a:t>
            </a:r>
          </a:p>
        </p:txBody>
      </p:sp>
      <p:sp>
        <p:nvSpPr>
          <p:cNvPr id="73" name="">
            <a:extLst xmlns:a="http://schemas.openxmlformats.org/drawingml/2006/main">
              <a:ext uri="{FF2B5EF4-FFF2-40B4-BE49-F238E27FC236}">
                <a16:creationId xmlns:a16="http://schemas.microsoft.com/office/drawing/2014/main" id="{E722564C-56BF-4C93-82E3-67EE2D6725A4}"/>
              </a:ext>
            </a:extLst>
          </p:cNvPr>
          <p:cNvSpPr>
            <a:spLocks xmlns:a="http://schemas.openxmlformats.org/drawingml/2006/main" noGrp="1"/>
          </p:cNvSpPr>
          <p:nvPr/>
        </p:nvSpPr>
        <p:spPr>
          <a:xfrm xmlns:a="http://schemas.openxmlformats.org/drawingml/2006/main">
            <a:off x="342900" y="1504950"/>
            <a:ext cx="4572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2547D0"/>
                </a:solidFill>
                <a:latin typeface="Arial"/>
                <a:ea typeface="Arial"/>
                <a:cs typeface="Arial"/>
              </a:defRPr>
            </a:defPPr>
            <a:lvl1pPr>
              <a:defRPr sz="2850" b="1">
                <a:solidFill>
                  <a:srgbClr val="2547D0"/>
                </a:solidFill>
                <a:latin typeface="Arial"/>
                <a:ea typeface="Arial"/>
                <a:cs typeface="Arial"/>
              </a:defRPr>
            </a:lvl1pPr>
            <a:lvl2pPr>
              <a:defRPr sz="2850" b="1">
                <a:solidFill>
                  <a:srgbClr val="2547D0"/>
                </a:solidFill>
                <a:latin typeface="Arial"/>
                <a:ea typeface="Arial"/>
                <a:cs typeface="Arial"/>
              </a:defRPr>
            </a:lvl2pPr>
            <a:lvl3pPr>
              <a:defRPr sz="2850" b="1">
                <a:solidFill>
                  <a:srgbClr val="2547D0"/>
                </a:solidFill>
                <a:latin typeface="Arial"/>
                <a:ea typeface="Arial"/>
                <a:cs typeface="Arial"/>
              </a:defRPr>
            </a:lvl3pPr>
            <a:lvl4pPr>
              <a:defRPr sz="2850" b="1">
                <a:solidFill>
                  <a:srgbClr val="2547D0"/>
                </a:solidFill>
                <a:latin typeface="Arial"/>
                <a:ea typeface="Arial"/>
                <a:cs typeface="Arial"/>
              </a:defRPr>
            </a:lvl4pPr>
            <a:lvl5pPr>
              <a:defRPr sz="2850" b="1">
                <a:solidFill>
                  <a:srgbClr val="2547D0"/>
                </a:solidFill>
                <a:latin typeface="Arial"/>
                <a:ea typeface="Arial"/>
                <a:cs typeface="Arial"/>
              </a:defRPr>
            </a:lvl5pPr>
            <a:lvl6pPr>
              <a:defRPr sz="2850" b="1">
                <a:solidFill>
                  <a:srgbClr val="2547D0"/>
                </a:solidFill>
                <a:latin typeface="Arial"/>
                <a:ea typeface="Arial"/>
                <a:cs typeface="Arial"/>
              </a:defRPr>
            </a:lvl6pPr>
            <a:lvl7pPr>
              <a:defRPr sz="2850" b="1">
                <a:solidFill>
                  <a:srgbClr val="2547D0"/>
                </a:solidFill>
                <a:latin typeface="Arial"/>
                <a:ea typeface="Arial"/>
                <a:cs typeface="Arial"/>
              </a:defRPr>
            </a:lvl7pPr>
            <a:lvl8pPr>
              <a:defRPr sz="2850" b="1">
                <a:solidFill>
                  <a:srgbClr val="2547D0"/>
                </a:solidFill>
                <a:latin typeface="Arial"/>
                <a:ea typeface="Arial"/>
                <a:cs typeface="Arial"/>
              </a:defRPr>
            </a:lvl8pPr>
            <a:lvl9pPr>
              <a:defRPr sz="2850" b="1">
                <a:solidFill>
                  <a:srgbClr val="2547D0"/>
                </a:solidFill>
                <a:latin typeface="Arial"/>
                <a:ea typeface="Arial"/>
                <a:cs typeface="Arial"/>
              </a:defRPr>
            </a:lvl9pPr>
          </a:lstStyle>
          <a:p xmlns:a="http://schemas.openxmlformats.org/drawingml/2006/main">
            <a:pPr>
              <a:defRPr sz="2850" b="1">
                <a:solidFill>
                  <a:srgbClr val="2547D0"/>
                </a:solidFill>
                <a:latin typeface="Arial"/>
                <a:ea typeface="Arial"/>
                <a:cs typeface="Arial"/>
              </a:defRPr>
            </a:pPr>
            <a:r>
              <a:rPr sz="2850" b="1">
                <a:solidFill>
                  <a:srgbClr val="2547D0"/>
                </a:solidFill>
                <a:latin typeface="Arial"/>
                <a:ea typeface="Arial"/>
                <a:cs typeface="Arial"/>
              </a:rPr>
              <a:t>Decisions change.</a:t>
            </a:r>
          </a:p>
          <a:p xmlns:a="http://schemas.openxmlformats.org/drawingml/2006/main">
            <a:pPr>
              <a:defRPr sz="2850" b="1">
                <a:solidFill>
                  <a:srgbClr val="2547D0"/>
                </a:solidFill>
                <a:latin typeface="Arial"/>
                <a:ea typeface="Arial"/>
                <a:cs typeface="Arial"/>
              </a:defRPr>
            </a:pPr>
            <a:r>
              <a:rPr sz="2850" b="1">
                <a:solidFill>
                  <a:srgbClr val="2547D0"/>
                </a:solidFill>
                <a:latin typeface="Arial"/>
                <a:ea typeface="Arial"/>
                <a:cs typeface="Arial"/>
              </a:rPr>
              <a:t>Agent context rarely follows.</a:t>
            </a:r>
          </a:p>
        </p:txBody>
      </p:sp>
      <p:sp>
        <p:nvSpPr>
          <p:cNvPr id="74" name="">
            <a:extLst xmlns:a="http://schemas.openxmlformats.org/drawingml/2006/main">
              <a:ext uri="{FF2B5EF4-FFF2-40B4-BE49-F238E27FC236}">
                <a16:creationId xmlns:a16="http://schemas.microsoft.com/office/drawing/2014/main" id="{C176C666-840F-414C-95F3-3998A0B527F4}"/>
              </a:ext>
            </a:extLst>
          </p:cNvPr>
          <p:cNvSpPr>
            <a:spLocks xmlns:a="http://schemas.openxmlformats.org/drawingml/2006/main" noGrp="1"/>
          </p:cNvSpPr>
          <p:nvPr/>
        </p:nvSpPr>
        <p:spPr>
          <a:xfrm xmlns:a="http://schemas.openxmlformats.org/drawingml/2006/main">
            <a:off x="5219700" y="1562100"/>
            <a:ext cx="3571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52039"/>
                </a:solidFill>
                <a:latin typeface="Arial"/>
                <a:ea typeface="Arial"/>
                <a:cs typeface="Arial"/>
              </a:defRPr>
            </a:defPPr>
            <a:lvl1pPr>
              <a:defRPr sz="1875" b="0">
                <a:solidFill>
                  <a:srgbClr val="152039"/>
                </a:solidFill>
                <a:latin typeface="Arial"/>
                <a:ea typeface="Arial"/>
                <a:cs typeface="Arial"/>
              </a:defRPr>
            </a:lvl1pPr>
            <a:lvl2pPr>
              <a:defRPr sz="1875" b="0">
                <a:solidFill>
                  <a:srgbClr val="152039"/>
                </a:solidFill>
                <a:latin typeface="Arial"/>
                <a:ea typeface="Arial"/>
                <a:cs typeface="Arial"/>
              </a:defRPr>
            </a:lvl2pPr>
            <a:lvl3pPr>
              <a:defRPr sz="1875" b="0">
                <a:solidFill>
                  <a:srgbClr val="152039"/>
                </a:solidFill>
                <a:latin typeface="Arial"/>
                <a:ea typeface="Arial"/>
                <a:cs typeface="Arial"/>
              </a:defRPr>
            </a:lvl3pPr>
            <a:lvl4pPr>
              <a:defRPr sz="1875" b="0">
                <a:solidFill>
                  <a:srgbClr val="152039"/>
                </a:solidFill>
                <a:latin typeface="Arial"/>
                <a:ea typeface="Arial"/>
                <a:cs typeface="Arial"/>
              </a:defRPr>
            </a:lvl4pPr>
            <a:lvl5pPr>
              <a:defRPr sz="1875" b="0">
                <a:solidFill>
                  <a:srgbClr val="152039"/>
                </a:solidFill>
                <a:latin typeface="Arial"/>
                <a:ea typeface="Arial"/>
                <a:cs typeface="Arial"/>
              </a:defRPr>
            </a:lvl5pPr>
            <a:lvl6pPr>
              <a:defRPr sz="1875" b="0">
                <a:solidFill>
                  <a:srgbClr val="152039"/>
                </a:solidFill>
                <a:latin typeface="Arial"/>
                <a:ea typeface="Arial"/>
                <a:cs typeface="Arial"/>
              </a:defRPr>
            </a:lvl6pPr>
            <a:lvl7pPr>
              <a:defRPr sz="1875" b="0">
                <a:solidFill>
                  <a:srgbClr val="152039"/>
                </a:solidFill>
                <a:latin typeface="Arial"/>
                <a:ea typeface="Arial"/>
                <a:cs typeface="Arial"/>
              </a:defRPr>
            </a:lvl7pPr>
            <a:lvl8pPr>
              <a:defRPr sz="1875" b="0">
                <a:solidFill>
                  <a:srgbClr val="152039"/>
                </a:solidFill>
                <a:latin typeface="Arial"/>
                <a:ea typeface="Arial"/>
                <a:cs typeface="Arial"/>
              </a:defRPr>
            </a:lvl8pPr>
            <a:lvl9pPr>
              <a:defRPr sz="1875" b="0">
                <a:solidFill>
                  <a:srgbClr val="152039"/>
                </a:solidFill>
                <a:latin typeface="Arial"/>
                <a:ea typeface="Arial"/>
                <a:cs typeface="Arial"/>
              </a:defRPr>
            </a:lvl9pPr>
          </a:lstStyle>
          <a:p xmlns:a="http://schemas.openxmlformats.org/drawingml/2006/main">
            <a:pPr>
              <a:defRPr sz="1875" b="0">
                <a:solidFill>
                  <a:srgbClr val="152039"/>
                </a:solidFill>
                <a:latin typeface="Arial"/>
                <a:ea typeface="Arial"/>
                <a:cs typeface="Arial"/>
              </a:defRPr>
            </a:pPr>
            <a:r>
              <a:rPr sz="1875" b="0">
                <a:solidFill>
                  <a:srgbClr val="152039"/>
                </a:solidFill>
                <a:latin typeface="Arial"/>
                <a:ea typeface="Arial"/>
                <a:cs typeface="Arial"/>
              </a:rPr>
              <a:t>A retry limit changes in a meeting.</a:t>
            </a:r>
          </a:p>
          <a:p xmlns:a="http://schemas.openxmlformats.org/drawingml/2006/main">
            <a:pPr>
              <a:defRPr sz="1875" b="0">
                <a:solidFill>
                  <a:srgbClr val="152039"/>
                </a:solidFill>
                <a:latin typeface="Arial"/>
                <a:ea typeface="Arial"/>
                <a:cs typeface="Arial"/>
              </a:defRPr>
            </a:pPr>
            <a:r>
              <a:rPr sz="1875" b="0">
                <a:solidFill>
                  <a:srgbClr val="152039"/>
                </a:solidFill>
                <a:latin typeface="Arial"/>
                <a:ea typeface="Arial"/>
                <a:cs typeface="Arial"/>
              </a:rPr>
              <a:t>Development and QA still work</a:t>
            </a:r>
          </a:p>
          <a:p xmlns:a="http://schemas.openxmlformats.org/drawingml/2006/main">
            <a:pPr>
              <a:defRPr sz="1875" b="0">
                <a:solidFill>
                  <a:srgbClr val="152039"/>
                </a:solidFill>
                <a:latin typeface="Arial"/>
                <a:ea typeface="Arial"/>
                <a:cs typeface="Arial"/>
              </a:defRPr>
            </a:pPr>
            <a:r>
              <a:rPr sz="1875" b="0">
                <a:solidFill>
                  <a:srgbClr val="152039"/>
                </a:solidFill>
                <a:latin typeface="Arial"/>
                <a:ea typeface="Arial"/>
                <a:cs typeface="Arial"/>
              </a:rPr>
              <a:t>from the old conversation.</a:t>
            </a:r>
          </a:p>
        </p:txBody>
      </p:sp>
      <p:sp>
        <p:nvSpPr>
          <p:cNvPr id="75" name="">
            <a:extLst xmlns:a="http://schemas.openxmlformats.org/drawingml/2006/main">
              <a:ext uri="{FF2B5EF4-FFF2-40B4-BE49-F238E27FC236}">
                <a16:creationId xmlns:a16="http://schemas.microsoft.com/office/drawing/2014/main" id="{328466E2-F6DB-48D2-BD3D-AC21E268C993}"/>
              </a:ext>
            </a:extLst>
          </p:cNvPr>
          <p:cNvSpPr>
            <a:spLocks xmlns:a="http://schemas.openxmlformats.org/drawingml/2006/main" noGrp="1"/>
          </p:cNvSpPr>
          <p:nvPr/>
        </p:nvSpPr>
        <p:spPr>
          <a:xfrm xmlns:a="http://schemas.openxmlformats.org/drawingml/2006/main">
            <a:off x="342900" y="3381375"/>
            <a:ext cx="828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52039"/>
                </a:solidFill>
                <a:latin typeface="Arial"/>
                <a:ea typeface="Arial"/>
                <a:cs typeface="Arial"/>
              </a:defRPr>
            </a:defPPr>
            <a:lvl1pPr>
              <a:defRPr sz="2250" b="0">
                <a:solidFill>
                  <a:srgbClr val="152039"/>
                </a:solidFill>
                <a:latin typeface="Arial"/>
                <a:ea typeface="Arial"/>
                <a:cs typeface="Arial"/>
              </a:defRPr>
            </a:lvl1pPr>
            <a:lvl2pPr>
              <a:defRPr sz="2250" b="0">
                <a:solidFill>
                  <a:srgbClr val="152039"/>
                </a:solidFill>
                <a:latin typeface="Arial"/>
                <a:ea typeface="Arial"/>
                <a:cs typeface="Arial"/>
              </a:defRPr>
            </a:lvl2pPr>
            <a:lvl3pPr>
              <a:defRPr sz="2250" b="0">
                <a:solidFill>
                  <a:srgbClr val="152039"/>
                </a:solidFill>
                <a:latin typeface="Arial"/>
                <a:ea typeface="Arial"/>
                <a:cs typeface="Arial"/>
              </a:defRPr>
            </a:lvl3pPr>
            <a:lvl4pPr>
              <a:defRPr sz="2250" b="0">
                <a:solidFill>
                  <a:srgbClr val="152039"/>
                </a:solidFill>
                <a:latin typeface="Arial"/>
                <a:ea typeface="Arial"/>
                <a:cs typeface="Arial"/>
              </a:defRPr>
            </a:lvl4pPr>
            <a:lvl5pPr>
              <a:defRPr sz="2250" b="0">
                <a:solidFill>
                  <a:srgbClr val="152039"/>
                </a:solidFill>
                <a:latin typeface="Arial"/>
                <a:ea typeface="Arial"/>
                <a:cs typeface="Arial"/>
              </a:defRPr>
            </a:lvl5pPr>
            <a:lvl6pPr>
              <a:defRPr sz="2250" b="0">
                <a:solidFill>
                  <a:srgbClr val="152039"/>
                </a:solidFill>
                <a:latin typeface="Arial"/>
                <a:ea typeface="Arial"/>
                <a:cs typeface="Arial"/>
              </a:defRPr>
            </a:lvl6pPr>
            <a:lvl7pPr>
              <a:defRPr sz="2250" b="0">
                <a:solidFill>
                  <a:srgbClr val="152039"/>
                </a:solidFill>
                <a:latin typeface="Arial"/>
                <a:ea typeface="Arial"/>
                <a:cs typeface="Arial"/>
              </a:defRPr>
            </a:lvl7pPr>
            <a:lvl8pPr>
              <a:defRPr sz="2250" b="0">
                <a:solidFill>
                  <a:srgbClr val="152039"/>
                </a:solidFill>
                <a:latin typeface="Arial"/>
                <a:ea typeface="Arial"/>
                <a:cs typeface="Arial"/>
              </a:defRPr>
            </a:lvl8pPr>
            <a:lvl9pPr>
              <a:defRPr sz="2250" b="0">
                <a:solidFill>
                  <a:srgbClr val="152039"/>
                </a:solidFill>
                <a:latin typeface="Arial"/>
                <a:ea typeface="Arial"/>
                <a:cs typeface="Arial"/>
              </a:defRPr>
            </a:lvl9pPr>
          </a:lstStyle>
          <a:p xmlns:a="http://schemas.openxmlformats.org/drawingml/2006/main">
            <a:pPr>
              <a:defRPr sz="2250" b="0">
                <a:solidFill>
                  <a:srgbClr val="152039"/>
                </a:solidFill>
                <a:latin typeface="Arial"/>
                <a:ea typeface="Arial"/>
                <a:cs typeface="Arial"/>
              </a:defRPr>
            </a:pPr>
            <a:r>
              <a:rPr sz="2250" b="0">
                <a:solidFill>
                  <a:srgbClr val="152039"/>
                </a:solidFill>
                <a:latin typeface="Arial"/>
                <a:ea typeface="Arial"/>
                <a:cs typeface="Arial"/>
              </a:rPr>
              <a:t>ContextOS keeps accepted decisions, their owners, and the work that used them connected.</a:t>
            </a:r>
          </a:p>
        </p:txBody>
      </p:sp>
    </p:spTree>
    <p:extLst>
      <p:ext uri="{BB962C8B-B14F-4D97-AF65-F5344CB8AC3E}">
        <p14:creationId xmlns:p14="http://schemas.microsoft.com/office/powerpoint/2010/main" val="188430191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6">
            <a:extLst xmlns:a="http://schemas.openxmlformats.org/drawingml/2006/main">
              <a:ext uri="{FF2B5EF4-FFF2-40B4-BE49-F238E27FC236}">
                <a16:creationId xmlns:a16="http://schemas.microsoft.com/office/drawing/2014/main" id="{DFCA63F8-96C0-4F30-B49E-C98D1265F72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cbbcd79e47e4e54">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77" name="Google Shape;77;p16">
            <a:extLst xmlns:a="http://schemas.openxmlformats.org/drawingml/2006/main">
              <a:ext uri="{FF2B5EF4-FFF2-40B4-BE49-F238E27FC236}">
                <a16:creationId xmlns:a16="http://schemas.microsoft.com/office/drawing/2014/main" id="{1944BFA1-3C60-4319-B713-EFDF5608679F}"/>
              </a:ext>
            </a:extLst>
          </p:cNvPr>
          <p:cNvPicPr>
            <a:picLocks xmlns:a="http://schemas.openxmlformats.org/drawingml/2006/main" noChangeAspect="1"/>
          </p:cNvPicPr>
          <p:nvPr/>
        </p:nvPicPr>
        <p:blipFill>
          <a:blip xmlns:r="http://schemas.openxmlformats.org/officeDocument/2006/relationships" xmlns:a="http://schemas.openxmlformats.org/drawingml/2006/main" r:embed="R00d6f6412f6d4a5d">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8" name="Google Shape;78;p16">
            <a:extLst xmlns:a="http://schemas.openxmlformats.org/drawingml/2006/main">
              <a:ext uri="{FF2B5EF4-FFF2-40B4-BE49-F238E27FC236}">
                <a16:creationId xmlns:a16="http://schemas.microsoft.com/office/drawing/2014/main" id="{69E11F3D-1A68-446F-9424-596AF48CDEFF}"/>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9" name="Google Shape;79;p16">
            <a:extLst xmlns:a="http://schemas.openxmlformats.org/drawingml/2006/main">
              <a:ext uri="{FF2B5EF4-FFF2-40B4-BE49-F238E27FC236}">
                <a16:creationId xmlns:a16="http://schemas.microsoft.com/office/drawing/2014/main" id="{4D9524D5-73C4-481F-8F0E-9F748E94AFE4}"/>
              </a:ext>
            </a:extLst>
          </p:cNvPr>
          <p:cNvSpPr>
            <a:spLocks xmlns:a="http://schemas.openxmlformats.org/drawingml/2006/main" noGrp="1"/>
          </p:cNvSpPr>
          <p:nvPr/>
        </p:nvSpPr>
        <p:spPr>
          <a:xfrm xmlns:a="http://schemas.openxmlformats.org/drawingml/2006/main">
            <a:off x="265350" y="663825"/>
            <a:ext cx="8943000" cy="1366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SemiBold"/>
                <a:ea typeface="Google Sans Flex SemiBold"/>
                <a:cs typeface="Google Sans Flex SemiBold"/>
              </a:rPr>
              <a:t/>
            </a:r>
            <a:endParaRPr sz="1600">
              <a:latin typeface="Google Sans Flex SemiBold"/>
              <a:ea typeface="Google Sans Flex SemiBold"/>
              <a:cs typeface="Google Sans Flex SemiBold"/>
            </a:endParaRPr>
          </a:p>
        </p:txBody>
      </p:sp>
      <p:sp>
        <p:nvSpPr>
          <p:cNvPr id="80" name="">
            <a:extLst xmlns:a="http://schemas.openxmlformats.org/drawingml/2006/main">
              <a:ext uri="{FF2B5EF4-FFF2-40B4-BE49-F238E27FC236}">
                <a16:creationId xmlns:a16="http://schemas.microsoft.com/office/drawing/2014/main" id="{910D914C-8F07-413D-A8A4-E885C4658379}"/>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Opportunity and differentiation</a:t>
            </a:r>
          </a:p>
        </p:txBody>
      </p:sp>
      <p:graphicFrame>
        <p:nvGraphicFramePr>
          <p:cNvPr id="81" name="">
            <a:extLst xmlns:a="http://schemas.openxmlformats.org/drawingml/2006/main">
              <a:ext uri="{FF2B5EF4-FFF2-40B4-BE49-F238E27FC236}">
                <a16:creationId xmlns:a16="http://schemas.microsoft.com/office/drawing/2014/main" id="{CFE1D19E-B9D2-4CA7-B565-D4BFAEBA870F}"/>
              </a:ext>
            </a:extLst>
          </p:cNvPr>
          <p:cNvGraphicFramePr/>
          <p:nvPr/>
        </p:nvGraphicFramePr>
        <p:xfrm>
          <a:off xmlns:a="http://schemas.openxmlformats.org/drawingml/2006/main" x="342900" y="1466850"/>
          <a:ext xmlns:a="http://schemas.openxmlformats.org/drawingml/2006/main" cx="8458200" cy="2381250"/>
        </p:xfrm>
        <a:graphic xmlns:a="http://schemas.openxmlformats.org/drawingml/2006/main">
          <a:graphicData uri="http://schemas.openxmlformats.org/drawingml/2006/table">
            <a:tbl>
              <a:tblPr/>
              <a:tblGrid>
                <a:gridCol w="2286000"/>
                <a:gridCol w="2571750"/>
                <a:gridCol w="3600450"/>
              </a:tblGrid>
              <a:tr h="595313">
                <a:tc>
                  <a:txBody>
                    <a:bodyPr/>
                    <a:lstStyle/>
                    <a:p>
                      <a:r>
                        <a:rPr sz="1650" b="1">
                          <a:solidFill>
                            <a:srgbClr val="FFFFFF"/>
                          </a:solidFill>
                          <a:latin typeface="Arial"/>
                          <a:ea typeface="Arial"/>
                          <a:cs typeface="Arial"/>
                        </a:rPr>
                        <a:t>Approach</a:t>
                      </a:r>
                    </a:p>
                  </a:txBody>
                  <a:tcPr marL="91440" marR="91440" marT="45720" marB="45720">
                    <a:lnL w="6668">
                      <a:solidFill>
                        <a:srgbClr val="D8DDE8"/>
                      </a:solidFill>
                      <a:prstDash val="solid"/>
                    </a:lnL>
                    <a:lnR w="6668">
                      <a:solidFill>
                        <a:srgbClr val="D8DDE8"/>
                      </a:solidFill>
                      <a:prstDash val="solid"/>
                    </a:lnR>
                    <a:lnT w="6668">
                      <a:solidFill>
                        <a:srgbClr val="D8DDE8"/>
                      </a:solidFill>
                      <a:prstDash val="solid"/>
                    </a:lnT>
                    <a:lnB w="6668">
                      <a:solidFill>
                        <a:srgbClr val="D8DDE8"/>
                      </a:solidFill>
                      <a:prstDash val="solid"/>
                    </a:lnB>
                    <a:solidFill>
                      <a:srgbClr val="2547D0"/>
                    </a:solidFill>
                  </a:tcPr>
                </a:tc>
                <a:tc>
                  <a:txBody>
                    <a:bodyPr/>
                    <a:lstStyle/>
                    <a:p>
                      <a:r>
                        <a:rPr sz="1650" b="1">
                          <a:solidFill>
                            <a:srgbClr val="FFFFFF"/>
                          </a:solidFill>
                          <a:latin typeface="Arial"/>
                          <a:ea typeface="Arial"/>
                          <a:cs typeface="Arial"/>
                        </a:rPr>
                        <a:t>Useful for</a:t>
                      </a:r>
                    </a:p>
                  </a:txBody>
                  <a:tcPr marL="91440" marR="91440" marT="45720" marB="45720">
                    <a:lnR w="6668">
                      <a:solidFill>
                        <a:srgbClr val="D8DDE8"/>
                      </a:solidFill>
                      <a:prstDash val="solid"/>
                    </a:lnR>
                    <a:lnT w="6668">
                      <a:solidFill>
                        <a:srgbClr val="D8DDE8"/>
                      </a:solidFill>
                      <a:prstDash val="solid"/>
                    </a:lnT>
                    <a:lnB w="6668">
                      <a:solidFill>
                        <a:srgbClr val="D8DDE8"/>
                      </a:solidFill>
                      <a:prstDash val="solid"/>
                    </a:lnB>
                    <a:solidFill>
                      <a:srgbClr val="2547D0"/>
                    </a:solidFill>
                  </a:tcPr>
                </a:tc>
                <a:tc>
                  <a:txBody>
                    <a:bodyPr/>
                    <a:lstStyle/>
                    <a:p>
                      <a:r>
                        <a:rPr sz="1650" b="1">
                          <a:solidFill>
                            <a:srgbClr val="FFFFFF"/>
                          </a:solidFill>
                          <a:latin typeface="Arial"/>
                          <a:ea typeface="Arial"/>
                          <a:cs typeface="Arial"/>
                        </a:rPr>
                        <a:t>Missing connection</a:t>
                      </a:r>
                    </a:p>
                  </a:txBody>
                  <a:tcPr marL="91440" marR="91440" marT="45720" marB="45720">
                    <a:lnR w="6668">
                      <a:solidFill>
                        <a:srgbClr val="D8DDE8"/>
                      </a:solidFill>
                      <a:prstDash val="solid"/>
                    </a:lnR>
                    <a:lnT w="6668">
                      <a:solidFill>
                        <a:srgbClr val="D8DDE8"/>
                      </a:solidFill>
                      <a:prstDash val="solid"/>
                    </a:lnT>
                    <a:lnB w="6668">
                      <a:solidFill>
                        <a:srgbClr val="D8DDE8"/>
                      </a:solidFill>
                      <a:prstDash val="solid"/>
                    </a:lnB>
                    <a:solidFill>
                      <a:srgbClr val="2547D0"/>
                    </a:solidFill>
                  </a:tcPr>
                </a:tc>
              </a:tr>
              <a:tr h="595313">
                <a:tc>
                  <a:txBody>
                    <a:bodyPr/>
                    <a:lstStyle/>
                    <a:p>
                      <a:r>
                        <a:rPr sz="1650" b="0">
                          <a:solidFill>
                            <a:srgbClr val="152039"/>
                          </a:solidFill>
                          <a:latin typeface="Arial"/>
                          <a:ea typeface="Arial"/>
                          <a:cs typeface="Arial"/>
                        </a:rPr>
                        <a:t>Documents / wikis</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650" b="0">
                          <a:solidFill>
                            <a:srgbClr val="152039"/>
                          </a:solidFill>
                          <a:latin typeface="Arial"/>
                          <a:ea typeface="Arial"/>
                          <a:cs typeface="Arial"/>
                        </a:rPr>
                        <a:t>Capturing knowledge</a:t>
                      </a:r>
                    </a:p>
                  </a:txBody>
                  <a:tcPr marL="91440" marR="91440" marT="45720" marB="45720">
                    <a:lnR w="6668">
                      <a:solidFill>
                        <a:srgbClr val="D8DDE8"/>
                      </a:solidFill>
                      <a:prstDash val="solid"/>
                    </a:lnR>
                    <a:lnB w="6668">
                      <a:solidFill>
                        <a:srgbClr val="D8DDE8"/>
                      </a:solidFill>
                      <a:prstDash val="solid"/>
                    </a:lnB>
                    <a:solidFill>
                      <a:srgbClr val="FFFFFF"/>
                    </a:solidFill>
                  </a:tcPr>
                </a:tc>
                <a:tc>
                  <a:txBody>
                    <a:bodyPr/>
                    <a:lstStyle/>
                    <a:p>
                      <a:r>
                        <a:rPr sz="1650" b="0">
                          <a:solidFill>
                            <a:srgbClr val="152039"/>
                          </a:solidFill>
                          <a:latin typeface="Arial"/>
                          <a:ea typeface="Arial"/>
                          <a:cs typeface="Arial"/>
                        </a:rPr>
                        <a:t>Which run used which revision?</a:t>
                      </a:r>
                    </a:p>
                  </a:txBody>
                  <a:tcPr marL="91440" marR="91440" marT="45720" marB="45720">
                    <a:lnR w="6668">
                      <a:solidFill>
                        <a:srgbClr val="D8DDE8"/>
                      </a:solidFill>
                      <a:prstDash val="solid"/>
                    </a:lnR>
                    <a:lnB w="6668">
                      <a:solidFill>
                        <a:srgbClr val="D8DDE8"/>
                      </a:solidFill>
                      <a:prstDash val="solid"/>
                    </a:lnB>
                    <a:solidFill>
                      <a:srgbClr val="FFFFFF"/>
                    </a:solidFill>
                  </a:tcPr>
                </a:tc>
              </a:tr>
              <a:tr h="595313">
                <a:tc>
                  <a:txBody>
                    <a:bodyPr/>
                    <a:lstStyle/>
                    <a:p>
                      <a:r>
                        <a:rPr sz="1650" b="0">
                          <a:solidFill>
                            <a:srgbClr val="152039"/>
                          </a:solidFill>
                          <a:latin typeface="Arial"/>
                          <a:ea typeface="Arial"/>
                          <a:cs typeface="Arial"/>
                        </a:rPr>
                        <a:t>Private agent history</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650" b="0">
                          <a:solidFill>
                            <a:srgbClr val="152039"/>
                          </a:solidFill>
                          <a:latin typeface="Arial"/>
                          <a:ea typeface="Arial"/>
                          <a:cs typeface="Arial"/>
                        </a:rPr>
                        <a:t>Continuing a task</a:t>
                      </a:r>
                    </a:p>
                  </a:txBody>
                  <a:tcPr marL="91440" marR="91440" marT="45720" marB="45720">
                    <a:lnR w="6668">
                      <a:solidFill>
                        <a:srgbClr val="D8DDE8"/>
                      </a:solidFill>
                      <a:prstDash val="solid"/>
                    </a:lnR>
                    <a:lnB w="6668">
                      <a:solidFill>
                        <a:srgbClr val="D8DDE8"/>
                      </a:solidFill>
                      <a:prstDash val="solid"/>
                    </a:lnB>
                    <a:solidFill>
                      <a:srgbClr val="FFFFFF"/>
                    </a:solidFill>
                  </a:tcPr>
                </a:tc>
                <a:tc>
                  <a:txBody>
                    <a:bodyPr/>
                    <a:lstStyle/>
                    <a:p>
                      <a:r>
                        <a:rPr sz="1650" b="0">
                          <a:solidFill>
                            <a:srgbClr val="152039"/>
                          </a:solidFill>
                          <a:latin typeface="Arial"/>
                          <a:ea typeface="Arial"/>
                          <a:cs typeface="Arial"/>
                        </a:rPr>
                        <a:t>What changed for other roles?</a:t>
                      </a:r>
                    </a:p>
                  </a:txBody>
                  <a:tcPr marL="91440" marR="91440" marT="45720" marB="45720">
                    <a:lnR w="6668">
                      <a:solidFill>
                        <a:srgbClr val="D8DDE8"/>
                      </a:solidFill>
                      <a:prstDash val="solid"/>
                    </a:lnR>
                    <a:lnB w="6668">
                      <a:solidFill>
                        <a:srgbClr val="D8DDE8"/>
                      </a:solidFill>
                      <a:prstDash val="solid"/>
                    </a:lnB>
                    <a:solidFill>
                      <a:srgbClr val="FFFFFF"/>
                    </a:solidFill>
                  </a:tcPr>
                </a:tc>
              </a:tr>
              <a:tr h="595313">
                <a:tc>
                  <a:txBody>
                    <a:bodyPr/>
                    <a:lstStyle/>
                    <a:p>
                      <a:r>
                        <a:rPr sz="1650" b="0">
                          <a:solidFill>
                            <a:srgbClr val="152039"/>
                          </a:solidFill>
                          <a:latin typeface="Arial"/>
                          <a:ea typeface="Arial"/>
                          <a:cs typeface="Arial"/>
                        </a:rPr>
                        <a:t>ContextOS MVP</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650" b="0">
                          <a:solidFill>
                            <a:srgbClr val="152039"/>
                          </a:solidFill>
                          <a:latin typeface="Arial"/>
                          <a:ea typeface="Arial"/>
                          <a:cs typeface="Arial"/>
                        </a:rPr>
                        <a:t>Reviewed shared decisions</a:t>
                      </a:r>
                    </a:p>
                  </a:txBody>
                  <a:tcPr marL="91440" marR="91440" marT="45720" marB="45720">
                    <a:lnR w="6668">
                      <a:solidFill>
                        <a:srgbClr val="D8DDE8"/>
                      </a:solidFill>
                      <a:prstDash val="solid"/>
                    </a:lnR>
                    <a:lnB w="6668">
                      <a:solidFill>
                        <a:srgbClr val="D8DDE8"/>
                      </a:solidFill>
                      <a:prstDash val="solid"/>
                    </a:lnB>
                    <a:solidFill>
                      <a:srgbClr val="FFFFFF"/>
                    </a:solidFill>
                  </a:tcPr>
                </a:tc>
                <a:tc>
                  <a:txBody>
                    <a:bodyPr/>
                    <a:lstStyle/>
                    <a:p>
                      <a:r>
                        <a:rPr sz="1650" b="0">
                          <a:solidFill>
                            <a:srgbClr val="152039"/>
                          </a:solidFill>
                          <a:latin typeface="Arial"/>
                          <a:ea typeface="Arial"/>
                          <a:cs typeface="Arial"/>
                        </a:rPr>
                        <a:t>Links revisions to affected work</a:t>
                      </a:r>
                    </a:p>
                  </a:txBody>
                  <a:tcPr marL="91440" marR="91440" marT="45720" marB="45720">
                    <a:lnR w="6668">
                      <a:solidFill>
                        <a:srgbClr val="D8DDE8"/>
                      </a:solidFill>
                      <a:prstDash val="solid"/>
                    </a:lnR>
                    <a:lnB w="6668">
                      <a:solidFill>
                        <a:srgbClr val="D8DDE8"/>
                      </a:solidFill>
                      <a:prstDash val="solid"/>
                    </a:lnB>
                    <a:solidFill>
                      <a:srgbClr val="FFFFFF"/>
                    </a:solidFill>
                  </a:tcPr>
                </a:tc>
              </a:tr>
            </a:tbl>
          </a:graphicData>
        </a:graphic>
      </p:graphicFrame>
      <p:sp>
        <p:nvSpPr>
          <p:cNvPr id="82" name="">
            <a:extLst xmlns:a="http://schemas.openxmlformats.org/drawingml/2006/main">
              <a:ext uri="{FF2B5EF4-FFF2-40B4-BE49-F238E27FC236}">
                <a16:creationId xmlns:a16="http://schemas.microsoft.com/office/drawing/2014/main" id="{AA90A1AB-FFD1-44B6-8C18-0861B91E9D7C}"/>
              </a:ext>
            </a:extLst>
          </p:cNvPr>
          <p:cNvSpPr>
            <a:spLocks xmlns:a="http://schemas.openxmlformats.org/drawingml/2006/main" noGrp="1"/>
          </p:cNvSpPr>
          <p:nvPr/>
        </p:nvSpPr>
        <p:spPr>
          <a:xfrm xmlns:a="http://schemas.openxmlformats.org/drawingml/2006/main">
            <a:off x="342900" y="4143375"/>
            <a:ext cx="8429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Our focus: accepted knowledge + exact provenance + change awareness</a:t>
            </a:r>
          </a:p>
        </p:txBody>
      </p:sp>
    </p:spTree>
    <p:extLst>
      <p:ext uri="{BB962C8B-B14F-4D97-AF65-F5344CB8AC3E}">
        <p14:creationId xmlns:p14="http://schemas.microsoft.com/office/powerpoint/2010/main" val="99628007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84" name="Google Shape;84;p17">
            <a:extLst xmlns:a="http://schemas.openxmlformats.org/drawingml/2006/main">
              <a:ext uri="{FF2B5EF4-FFF2-40B4-BE49-F238E27FC236}">
                <a16:creationId xmlns:a16="http://schemas.microsoft.com/office/drawing/2014/main" id="{D33202FC-E402-45D2-8DE4-34BE47678A7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bc880210c78a4c17">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85" name="Google Shape;85;p17">
            <a:extLst xmlns:a="http://schemas.openxmlformats.org/drawingml/2006/main">
              <a:ext uri="{FF2B5EF4-FFF2-40B4-BE49-F238E27FC236}">
                <a16:creationId xmlns:a16="http://schemas.microsoft.com/office/drawing/2014/main" id="{5B2D799A-72DB-4681-9D44-9DCE893DA46C}"/>
              </a:ext>
            </a:extLst>
          </p:cNvPr>
          <p:cNvPicPr>
            <a:picLocks xmlns:a="http://schemas.openxmlformats.org/drawingml/2006/main" noChangeAspect="1"/>
          </p:cNvPicPr>
          <p:nvPr/>
        </p:nvPicPr>
        <p:blipFill>
          <a:blip xmlns:r="http://schemas.openxmlformats.org/officeDocument/2006/relationships" xmlns:a="http://schemas.openxmlformats.org/drawingml/2006/main" r:embed="Rba59af7e2da541a1">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86" name="Google Shape;86;p17">
            <a:extLst xmlns:a="http://schemas.openxmlformats.org/drawingml/2006/main">
              <a:ext uri="{FF2B5EF4-FFF2-40B4-BE49-F238E27FC236}">
                <a16:creationId xmlns:a16="http://schemas.microsoft.com/office/drawing/2014/main" id="{B85953DC-C039-4BCD-A0EA-BC2F38BDE9D6}"/>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7" name="Google Shape;87;p17">
            <a:extLst xmlns:a="http://schemas.openxmlformats.org/drawingml/2006/main">
              <a:ext uri="{FF2B5EF4-FFF2-40B4-BE49-F238E27FC236}">
                <a16:creationId xmlns:a16="http://schemas.microsoft.com/office/drawing/2014/main" id="{728DB946-F58C-40E0-9359-80CCFFB52890}"/>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88" name="">
            <a:extLst xmlns:a="http://schemas.openxmlformats.org/drawingml/2006/main">
              <a:ext uri="{FF2B5EF4-FFF2-40B4-BE49-F238E27FC236}">
                <a16:creationId xmlns:a16="http://schemas.microsoft.com/office/drawing/2014/main" id="{2DB5BD7A-7C44-4EED-93F3-22B45ACE8F34}"/>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Features that complete the handoff</a:t>
            </a:r>
          </a:p>
        </p:txBody>
      </p:sp>
      <p:sp>
        <p:nvSpPr>
          <p:cNvPr id="89" name="">
            <a:extLst xmlns:a="http://schemas.openxmlformats.org/drawingml/2006/main">
              <a:ext uri="{FF2B5EF4-FFF2-40B4-BE49-F238E27FC236}">
                <a16:creationId xmlns:a16="http://schemas.microsoft.com/office/drawing/2014/main" id="{2C7DFA00-CC01-4B0B-A702-E17ED01A5E3D}"/>
              </a:ext>
            </a:extLst>
          </p:cNvPr>
          <p:cNvSpPr>
            <a:spLocks xmlns:a="http://schemas.openxmlformats.org/drawingml/2006/main" noGrp="1"/>
          </p:cNvSpPr>
          <p:nvPr/>
        </p:nvSpPr>
        <p:spPr>
          <a:xfrm xmlns:a="http://schemas.openxmlformats.org/drawingml/2006/main">
            <a:off x="342900" y="1476375"/>
            <a:ext cx="4048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Shared knowledge</a:t>
            </a:r>
          </a:p>
        </p:txBody>
      </p:sp>
      <p:sp>
        <p:nvSpPr>
          <p:cNvPr id="90" name="">
            <a:extLst xmlns:a="http://schemas.openxmlformats.org/drawingml/2006/main">
              <a:ext uri="{FF2B5EF4-FFF2-40B4-BE49-F238E27FC236}">
                <a16:creationId xmlns:a16="http://schemas.microsoft.com/office/drawing/2014/main" id="{B797B6A7-A9C4-4182-8F73-909298B57560}"/>
              </a:ext>
            </a:extLst>
          </p:cNvPr>
          <p:cNvSpPr>
            <a:spLocks xmlns:a="http://schemas.openxmlformats.org/drawingml/2006/main" noGrp="1"/>
          </p:cNvSpPr>
          <p:nvPr/>
        </p:nvSpPr>
        <p:spPr>
          <a:xfrm xmlns:a="http://schemas.openxmlformats.org/drawingml/2006/main">
            <a:off x="342900" y="1866900"/>
            <a:ext cx="3943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039"/>
                </a:solidFill>
                <a:latin typeface="Arial"/>
                <a:ea typeface="Arial"/>
                <a:cs typeface="Arial"/>
              </a:defRPr>
            </a:defPPr>
            <a:lvl1pPr>
              <a:defRPr sz="1725" b="0">
                <a:solidFill>
                  <a:srgbClr val="152039"/>
                </a:solidFill>
                <a:latin typeface="Arial"/>
                <a:ea typeface="Arial"/>
                <a:cs typeface="Arial"/>
              </a:defRPr>
            </a:lvl1pPr>
            <a:lvl2pPr>
              <a:defRPr sz="1725" b="0">
                <a:solidFill>
                  <a:srgbClr val="152039"/>
                </a:solidFill>
                <a:latin typeface="Arial"/>
                <a:ea typeface="Arial"/>
                <a:cs typeface="Arial"/>
              </a:defRPr>
            </a:lvl2pPr>
            <a:lvl3pPr>
              <a:defRPr sz="1725" b="0">
                <a:solidFill>
                  <a:srgbClr val="152039"/>
                </a:solidFill>
                <a:latin typeface="Arial"/>
                <a:ea typeface="Arial"/>
                <a:cs typeface="Arial"/>
              </a:defRPr>
            </a:lvl3pPr>
            <a:lvl4pPr>
              <a:defRPr sz="1725" b="0">
                <a:solidFill>
                  <a:srgbClr val="152039"/>
                </a:solidFill>
                <a:latin typeface="Arial"/>
                <a:ea typeface="Arial"/>
                <a:cs typeface="Arial"/>
              </a:defRPr>
            </a:lvl4pPr>
            <a:lvl5pPr>
              <a:defRPr sz="1725" b="0">
                <a:solidFill>
                  <a:srgbClr val="152039"/>
                </a:solidFill>
                <a:latin typeface="Arial"/>
                <a:ea typeface="Arial"/>
                <a:cs typeface="Arial"/>
              </a:defRPr>
            </a:lvl5pPr>
            <a:lvl6pPr>
              <a:defRPr sz="1725" b="0">
                <a:solidFill>
                  <a:srgbClr val="152039"/>
                </a:solidFill>
                <a:latin typeface="Arial"/>
                <a:ea typeface="Arial"/>
                <a:cs typeface="Arial"/>
              </a:defRPr>
            </a:lvl6pPr>
            <a:lvl7pPr>
              <a:defRPr sz="1725" b="0">
                <a:solidFill>
                  <a:srgbClr val="152039"/>
                </a:solidFill>
                <a:latin typeface="Arial"/>
                <a:ea typeface="Arial"/>
                <a:cs typeface="Arial"/>
              </a:defRPr>
            </a:lvl7pPr>
            <a:lvl8pPr>
              <a:defRPr sz="1725" b="0">
                <a:solidFill>
                  <a:srgbClr val="152039"/>
                </a:solidFill>
                <a:latin typeface="Arial"/>
                <a:ea typeface="Arial"/>
                <a:cs typeface="Arial"/>
              </a:defRPr>
            </a:lvl8pPr>
            <a:lvl9pPr>
              <a:defRPr sz="1725" b="0">
                <a:solidFill>
                  <a:srgbClr val="152039"/>
                </a:solidFill>
                <a:latin typeface="Arial"/>
                <a:ea typeface="Arial"/>
                <a:cs typeface="Arial"/>
              </a:defRPr>
            </a:lvl9pPr>
          </a:lstStyle>
          <a:p xmlns:a="http://schemas.openxmlformats.org/drawingml/2006/main">
            <a:pPr>
              <a:defRPr sz="1725" b="0">
                <a:solidFill>
                  <a:srgbClr val="152039"/>
                </a:solidFill>
                <a:latin typeface="Arial"/>
                <a:ea typeface="Arial"/>
                <a:cs typeface="Arial"/>
              </a:defRPr>
            </a:pPr>
            <a:r>
              <a:rPr sz="1725" b="0">
                <a:solidFill>
                  <a:srgbClr val="152039"/>
                </a:solidFill>
                <a:latin typeface="Arial"/>
                <a:ea typeface="Arial"/>
                <a:cs typeface="Arial"/>
              </a:rPr>
              <a:t>Context pages, editor and relationship views</a:t>
            </a:r>
          </a:p>
        </p:txBody>
      </p:sp>
      <p:sp>
        <p:nvSpPr>
          <p:cNvPr id="91" name="">
            <a:extLst xmlns:a="http://schemas.openxmlformats.org/drawingml/2006/main">
              <a:ext uri="{FF2B5EF4-FFF2-40B4-BE49-F238E27FC236}">
                <a16:creationId xmlns:a16="http://schemas.microsoft.com/office/drawing/2014/main" id="{0E355A3D-1DCC-4FD6-A9BC-88F61D7AFA24}"/>
              </a:ext>
            </a:extLst>
          </p:cNvPr>
          <p:cNvSpPr>
            <a:spLocks xmlns:a="http://schemas.openxmlformats.org/drawingml/2006/main" noGrp="1"/>
          </p:cNvSpPr>
          <p:nvPr/>
        </p:nvSpPr>
        <p:spPr>
          <a:xfrm xmlns:a="http://schemas.openxmlformats.org/drawingml/2006/main">
            <a:off x="4724400" y="1476375"/>
            <a:ext cx="4048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Independent reviews</a:t>
            </a:r>
          </a:p>
        </p:txBody>
      </p:sp>
      <p:sp>
        <p:nvSpPr>
          <p:cNvPr id="92" name="">
            <a:extLst xmlns:a="http://schemas.openxmlformats.org/drawingml/2006/main">
              <a:ext uri="{FF2B5EF4-FFF2-40B4-BE49-F238E27FC236}">
                <a16:creationId xmlns:a16="http://schemas.microsoft.com/office/drawing/2014/main" id="{AB675F4D-7716-42CA-AEA8-E09257556A1B}"/>
              </a:ext>
            </a:extLst>
          </p:cNvPr>
          <p:cNvSpPr>
            <a:spLocks xmlns:a="http://schemas.openxmlformats.org/drawingml/2006/main" noGrp="1"/>
          </p:cNvSpPr>
          <p:nvPr/>
        </p:nvSpPr>
        <p:spPr>
          <a:xfrm xmlns:a="http://schemas.openxmlformats.org/drawingml/2006/main">
            <a:off x="4724400" y="1866900"/>
            <a:ext cx="3943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039"/>
                </a:solidFill>
                <a:latin typeface="Arial"/>
                <a:ea typeface="Arial"/>
                <a:cs typeface="Arial"/>
              </a:defRPr>
            </a:defPPr>
            <a:lvl1pPr>
              <a:defRPr sz="1725" b="0">
                <a:solidFill>
                  <a:srgbClr val="152039"/>
                </a:solidFill>
                <a:latin typeface="Arial"/>
                <a:ea typeface="Arial"/>
                <a:cs typeface="Arial"/>
              </a:defRPr>
            </a:lvl1pPr>
            <a:lvl2pPr>
              <a:defRPr sz="1725" b="0">
                <a:solidFill>
                  <a:srgbClr val="152039"/>
                </a:solidFill>
                <a:latin typeface="Arial"/>
                <a:ea typeface="Arial"/>
                <a:cs typeface="Arial"/>
              </a:defRPr>
            </a:lvl2pPr>
            <a:lvl3pPr>
              <a:defRPr sz="1725" b="0">
                <a:solidFill>
                  <a:srgbClr val="152039"/>
                </a:solidFill>
                <a:latin typeface="Arial"/>
                <a:ea typeface="Arial"/>
                <a:cs typeface="Arial"/>
              </a:defRPr>
            </a:lvl3pPr>
            <a:lvl4pPr>
              <a:defRPr sz="1725" b="0">
                <a:solidFill>
                  <a:srgbClr val="152039"/>
                </a:solidFill>
                <a:latin typeface="Arial"/>
                <a:ea typeface="Arial"/>
                <a:cs typeface="Arial"/>
              </a:defRPr>
            </a:lvl4pPr>
            <a:lvl5pPr>
              <a:defRPr sz="1725" b="0">
                <a:solidFill>
                  <a:srgbClr val="152039"/>
                </a:solidFill>
                <a:latin typeface="Arial"/>
                <a:ea typeface="Arial"/>
                <a:cs typeface="Arial"/>
              </a:defRPr>
            </a:lvl5pPr>
            <a:lvl6pPr>
              <a:defRPr sz="1725" b="0">
                <a:solidFill>
                  <a:srgbClr val="152039"/>
                </a:solidFill>
                <a:latin typeface="Arial"/>
                <a:ea typeface="Arial"/>
                <a:cs typeface="Arial"/>
              </a:defRPr>
            </a:lvl6pPr>
            <a:lvl7pPr>
              <a:defRPr sz="1725" b="0">
                <a:solidFill>
                  <a:srgbClr val="152039"/>
                </a:solidFill>
                <a:latin typeface="Arial"/>
                <a:ea typeface="Arial"/>
                <a:cs typeface="Arial"/>
              </a:defRPr>
            </a:lvl7pPr>
            <a:lvl8pPr>
              <a:defRPr sz="1725" b="0">
                <a:solidFill>
                  <a:srgbClr val="152039"/>
                </a:solidFill>
                <a:latin typeface="Arial"/>
                <a:ea typeface="Arial"/>
                <a:cs typeface="Arial"/>
              </a:defRPr>
            </a:lvl8pPr>
            <a:lvl9pPr>
              <a:defRPr sz="1725" b="0">
                <a:solidFill>
                  <a:srgbClr val="152039"/>
                </a:solidFill>
                <a:latin typeface="Arial"/>
                <a:ea typeface="Arial"/>
                <a:cs typeface="Arial"/>
              </a:defRPr>
            </a:lvl9pPr>
          </a:lstStyle>
          <a:p xmlns:a="http://schemas.openxmlformats.org/drawingml/2006/main">
            <a:pPr>
              <a:defRPr sz="1725" b="0">
                <a:solidFill>
                  <a:srgbClr val="152039"/>
                </a:solidFill>
                <a:latin typeface="Arial"/>
                <a:ea typeface="Arial"/>
                <a:cs typeface="Arial"/>
              </a:defRPr>
            </a:pPr>
            <a:r>
              <a:rPr sz="1725" b="0">
                <a:solidFill>
                  <a:srgbClr val="152039"/>
                </a:solidFill>
                <a:latin typeface="Arial"/>
                <a:ea typeface="Arial"/>
                <a:cs typeface="Arial"/>
              </a:rPr>
              <a:t>Owner decisions with version and conflict checks</a:t>
            </a:r>
          </a:p>
        </p:txBody>
      </p:sp>
      <p:sp>
        <p:nvSpPr>
          <p:cNvPr id="93" name="">
            <a:extLst xmlns:a="http://schemas.openxmlformats.org/drawingml/2006/main">
              <a:ext uri="{FF2B5EF4-FFF2-40B4-BE49-F238E27FC236}">
                <a16:creationId xmlns:a16="http://schemas.microsoft.com/office/drawing/2014/main" id="{7D608068-9B5F-4E3E-9778-FB8525D3F138}"/>
              </a:ext>
            </a:extLst>
          </p:cNvPr>
          <p:cNvSpPr>
            <a:spLocks xmlns:a="http://schemas.openxmlformats.org/drawingml/2006/main" noGrp="1"/>
          </p:cNvSpPr>
          <p:nvPr/>
        </p:nvSpPr>
        <p:spPr>
          <a:xfrm xmlns:a="http://schemas.openxmlformats.org/drawingml/2006/main">
            <a:off x="342900" y="2533650"/>
            <a:ext cx="4048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Context-aware work</a:t>
            </a:r>
          </a:p>
        </p:txBody>
      </p:sp>
      <p:sp>
        <p:nvSpPr>
          <p:cNvPr id="94" name="">
            <a:extLst xmlns:a="http://schemas.openxmlformats.org/drawingml/2006/main">
              <a:ext uri="{FF2B5EF4-FFF2-40B4-BE49-F238E27FC236}">
                <a16:creationId xmlns:a16="http://schemas.microsoft.com/office/drawing/2014/main" id="{50718738-AE23-44AF-95B8-D4496AD5EB41}"/>
              </a:ext>
            </a:extLst>
          </p:cNvPr>
          <p:cNvSpPr>
            <a:spLocks xmlns:a="http://schemas.openxmlformats.org/drawingml/2006/main" noGrp="1"/>
          </p:cNvSpPr>
          <p:nvPr/>
        </p:nvSpPr>
        <p:spPr>
          <a:xfrm xmlns:a="http://schemas.openxmlformats.org/drawingml/2006/main">
            <a:off x="342900" y="2924175"/>
            <a:ext cx="3943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039"/>
                </a:solidFill>
                <a:latin typeface="Arial"/>
                <a:ea typeface="Arial"/>
                <a:cs typeface="Arial"/>
              </a:defRPr>
            </a:defPPr>
            <a:lvl1pPr>
              <a:defRPr sz="1725" b="0">
                <a:solidFill>
                  <a:srgbClr val="152039"/>
                </a:solidFill>
                <a:latin typeface="Arial"/>
                <a:ea typeface="Arial"/>
                <a:cs typeface="Arial"/>
              </a:defRPr>
            </a:lvl1pPr>
            <a:lvl2pPr>
              <a:defRPr sz="1725" b="0">
                <a:solidFill>
                  <a:srgbClr val="152039"/>
                </a:solidFill>
                <a:latin typeface="Arial"/>
                <a:ea typeface="Arial"/>
                <a:cs typeface="Arial"/>
              </a:defRPr>
            </a:lvl2pPr>
            <a:lvl3pPr>
              <a:defRPr sz="1725" b="0">
                <a:solidFill>
                  <a:srgbClr val="152039"/>
                </a:solidFill>
                <a:latin typeface="Arial"/>
                <a:ea typeface="Arial"/>
                <a:cs typeface="Arial"/>
              </a:defRPr>
            </a:lvl3pPr>
            <a:lvl4pPr>
              <a:defRPr sz="1725" b="0">
                <a:solidFill>
                  <a:srgbClr val="152039"/>
                </a:solidFill>
                <a:latin typeface="Arial"/>
                <a:ea typeface="Arial"/>
                <a:cs typeface="Arial"/>
              </a:defRPr>
            </a:lvl4pPr>
            <a:lvl5pPr>
              <a:defRPr sz="1725" b="0">
                <a:solidFill>
                  <a:srgbClr val="152039"/>
                </a:solidFill>
                <a:latin typeface="Arial"/>
                <a:ea typeface="Arial"/>
                <a:cs typeface="Arial"/>
              </a:defRPr>
            </a:lvl5pPr>
            <a:lvl6pPr>
              <a:defRPr sz="1725" b="0">
                <a:solidFill>
                  <a:srgbClr val="152039"/>
                </a:solidFill>
                <a:latin typeface="Arial"/>
                <a:ea typeface="Arial"/>
                <a:cs typeface="Arial"/>
              </a:defRPr>
            </a:lvl6pPr>
            <a:lvl7pPr>
              <a:defRPr sz="1725" b="0">
                <a:solidFill>
                  <a:srgbClr val="152039"/>
                </a:solidFill>
                <a:latin typeface="Arial"/>
                <a:ea typeface="Arial"/>
                <a:cs typeface="Arial"/>
              </a:defRPr>
            </a:lvl7pPr>
            <a:lvl8pPr>
              <a:defRPr sz="1725" b="0">
                <a:solidFill>
                  <a:srgbClr val="152039"/>
                </a:solidFill>
                <a:latin typeface="Arial"/>
                <a:ea typeface="Arial"/>
                <a:cs typeface="Arial"/>
              </a:defRPr>
            </a:lvl8pPr>
            <a:lvl9pPr>
              <a:defRPr sz="1725" b="0">
                <a:solidFill>
                  <a:srgbClr val="152039"/>
                </a:solidFill>
                <a:latin typeface="Arial"/>
                <a:ea typeface="Arial"/>
                <a:cs typeface="Arial"/>
              </a:defRPr>
            </a:lvl9pPr>
          </a:lstStyle>
          <a:p xmlns:a="http://schemas.openxmlformats.org/drawingml/2006/main">
            <a:pPr>
              <a:defRPr sz="1725" b="0">
                <a:solidFill>
                  <a:srgbClr val="152039"/>
                </a:solidFill>
                <a:latin typeface="Arial"/>
                <a:ea typeface="Arial"/>
                <a:cs typeface="Arial"/>
              </a:defRPr>
            </a:pPr>
            <a:r>
              <a:rPr sz="1725" b="0">
                <a:solidFill>
                  <a:srgbClr val="152039"/>
                </a:solidFill>
                <a:latin typeface="Arial"/>
                <a:ea typeface="Arial"/>
                <a:cs typeface="Arial"/>
              </a:rPr>
              <a:t>Grounded task outputs and exact source inspection</a:t>
            </a:r>
          </a:p>
        </p:txBody>
      </p:sp>
      <p:sp>
        <p:nvSpPr>
          <p:cNvPr id="95" name="">
            <a:extLst xmlns:a="http://schemas.openxmlformats.org/drawingml/2006/main">
              <a:ext uri="{FF2B5EF4-FFF2-40B4-BE49-F238E27FC236}">
                <a16:creationId xmlns:a16="http://schemas.microsoft.com/office/drawing/2014/main" id="{776CB6CB-29ED-4D77-AD0F-56FEC9F9AA7E}"/>
              </a:ext>
            </a:extLst>
          </p:cNvPr>
          <p:cNvSpPr>
            <a:spLocks xmlns:a="http://schemas.openxmlformats.org/drawingml/2006/main" noGrp="1"/>
          </p:cNvSpPr>
          <p:nvPr/>
        </p:nvSpPr>
        <p:spPr>
          <a:xfrm xmlns:a="http://schemas.openxmlformats.org/drawingml/2006/main">
            <a:off x="4724400" y="2533650"/>
            <a:ext cx="4048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Change awareness</a:t>
            </a:r>
          </a:p>
        </p:txBody>
      </p:sp>
      <p:sp>
        <p:nvSpPr>
          <p:cNvPr id="96" name="">
            <a:extLst xmlns:a="http://schemas.openxmlformats.org/drawingml/2006/main">
              <a:ext uri="{FF2B5EF4-FFF2-40B4-BE49-F238E27FC236}">
                <a16:creationId xmlns:a16="http://schemas.microsoft.com/office/drawing/2014/main" id="{43CEF82E-7DD8-4A7E-85F1-7E32E99FC77C}"/>
              </a:ext>
            </a:extLst>
          </p:cNvPr>
          <p:cNvSpPr>
            <a:spLocks xmlns:a="http://schemas.openxmlformats.org/drawingml/2006/main" noGrp="1"/>
          </p:cNvSpPr>
          <p:nvPr/>
        </p:nvSpPr>
        <p:spPr>
          <a:xfrm xmlns:a="http://schemas.openxmlformats.org/drawingml/2006/main">
            <a:off x="4724400" y="2924175"/>
            <a:ext cx="3943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039"/>
                </a:solidFill>
                <a:latin typeface="Arial"/>
                <a:ea typeface="Arial"/>
                <a:cs typeface="Arial"/>
              </a:defRPr>
            </a:defPPr>
            <a:lvl1pPr>
              <a:defRPr sz="1725" b="0">
                <a:solidFill>
                  <a:srgbClr val="152039"/>
                </a:solidFill>
                <a:latin typeface="Arial"/>
                <a:ea typeface="Arial"/>
                <a:cs typeface="Arial"/>
              </a:defRPr>
            </a:lvl1pPr>
            <a:lvl2pPr>
              <a:defRPr sz="1725" b="0">
                <a:solidFill>
                  <a:srgbClr val="152039"/>
                </a:solidFill>
                <a:latin typeface="Arial"/>
                <a:ea typeface="Arial"/>
                <a:cs typeface="Arial"/>
              </a:defRPr>
            </a:lvl2pPr>
            <a:lvl3pPr>
              <a:defRPr sz="1725" b="0">
                <a:solidFill>
                  <a:srgbClr val="152039"/>
                </a:solidFill>
                <a:latin typeface="Arial"/>
                <a:ea typeface="Arial"/>
                <a:cs typeface="Arial"/>
              </a:defRPr>
            </a:lvl3pPr>
            <a:lvl4pPr>
              <a:defRPr sz="1725" b="0">
                <a:solidFill>
                  <a:srgbClr val="152039"/>
                </a:solidFill>
                <a:latin typeface="Arial"/>
                <a:ea typeface="Arial"/>
                <a:cs typeface="Arial"/>
              </a:defRPr>
            </a:lvl4pPr>
            <a:lvl5pPr>
              <a:defRPr sz="1725" b="0">
                <a:solidFill>
                  <a:srgbClr val="152039"/>
                </a:solidFill>
                <a:latin typeface="Arial"/>
                <a:ea typeface="Arial"/>
                <a:cs typeface="Arial"/>
              </a:defRPr>
            </a:lvl5pPr>
            <a:lvl6pPr>
              <a:defRPr sz="1725" b="0">
                <a:solidFill>
                  <a:srgbClr val="152039"/>
                </a:solidFill>
                <a:latin typeface="Arial"/>
                <a:ea typeface="Arial"/>
                <a:cs typeface="Arial"/>
              </a:defRPr>
            </a:lvl6pPr>
            <a:lvl7pPr>
              <a:defRPr sz="1725" b="0">
                <a:solidFill>
                  <a:srgbClr val="152039"/>
                </a:solidFill>
                <a:latin typeface="Arial"/>
                <a:ea typeface="Arial"/>
                <a:cs typeface="Arial"/>
              </a:defRPr>
            </a:lvl7pPr>
            <a:lvl8pPr>
              <a:defRPr sz="1725" b="0">
                <a:solidFill>
                  <a:srgbClr val="152039"/>
                </a:solidFill>
                <a:latin typeface="Arial"/>
                <a:ea typeface="Arial"/>
                <a:cs typeface="Arial"/>
              </a:defRPr>
            </a:lvl8pPr>
            <a:lvl9pPr>
              <a:defRPr sz="1725" b="0">
                <a:solidFill>
                  <a:srgbClr val="152039"/>
                </a:solidFill>
                <a:latin typeface="Arial"/>
                <a:ea typeface="Arial"/>
                <a:cs typeface="Arial"/>
              </a:defRPr>
            </a:lvl9pPr>
          </a:lstStyle>
          <a:p xmlns:a="http://schemas.openxmlformats.org/drawingml/2006/main">
            <a:pPr>
              <a:defRPr sz="1725" b="0">
                <a:solidFill>
                  <a:srgbClr val="152039"/>
                </a:solidFill>
                <a:latin typeface="Arial"/>
                <a:ea typeface="Arial"/>
                <a:cs typeface="Arial"/>
              </a:defRPr>
            </a:pPr>
            <a:r>
              <a:rPr sz="1725" b="0">
                <a:solidFill>
                  <a:srgbClr val="152039"/>
                </a:solidFill>
                <a:latin typeface="Arial"/>
                <a:ea typeface="Arial"/>
                <a:cs typeface="Arial"/>
              </a:rPr>
              <a:t>Flag affected runs; preserve original evidence</a:t>
            </a:r>
          </a:p>
        </p:txBody>
      </p:sp>
      <p:sp>
        <p:nvSpPr>
          <p:cNvPr id="97" name="">
            <a:extLst xmlns:a="http://schemas.openxmlformats.org/drawingml/2006/main">
              <a:ext uri="{FF2B5EF4-FFF2-40B4-BE49-F238E27FC236}">
                <a16:creationId xmlns:a16="http://schemas.microsoft.com/office/drawing/2014/main" id="{4F7FF3CE-07BC-4103-8678-3868CAA8582C}"/>
              </a:ext>
            </a:extLst>
          </p:cNvPr>
          <p:cNvSpPr>
            <a:spLocks xmlns:a="http://schemas.openxmlformats.org/drawingml/2006/main" noGrp="1"/>
          </p:cNvSpPr>
          <p:nvPr/>
        </p:nvSpPr>
        <p:spPr>
          <a:xfrm xmlns:a="http://schemas.openxmlformats.org/drawingml/2006/main">
            <a:off x="342900" y="3590925"/>
            <a:ext cx="4048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Team access</a:t>
            </a:r>
          </a:p>
        </p:txBody>
      </p:sp>
      <p:sp>
        <p:nvSpPr>
          <p:cNvPr id="98" name="">
            <a:extLst xmlns:a="http://schemas.openxmlformats.org/drawingml/2006/main">
              <a:ext uri="{FF2B5EF4-FFF2-40B4-BE49-F238E27FC236}">
                <a16:creationId xmlns:a16="http://schemas.microsoft.com/office/drawing/2014/main" id="{BB4023A4-F403-403C-A4F8-B02B4A7FE3CC}"/>
              </a:ext>
            </a:extLst>
          </p:cNvPr>
          <p:cNvSpPr>
            <a:spLocks xmlns:a="http://schemas.openxmlformats.org/drawingml/2006/main" noGrp="1"/>
          </p:cNvSpPr>
          <p:nvPr/>
        </p:nvSpPr>
        <p:spPr>
          <a:xfrm xmlns:a="http://schemas.openxmlformats.org/drawingml/2006/main">
            <a:off x="342900" y="3981450"/>
            <a:ext cx="3943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039"/>
                </a:solidFill>
                <a:latin typeface="Arial"/>
                <a:ea typeface="Arial"/>
                <a:cs typeface="Arial"/>
              </a:defRPr>
            </a:defPPr>
            <a:lvl1pPr>
              <a:defRPr sz="1725" b="0">
                <a:solidFill>
                  <a:srgbClr val="152039"/>
                </a:solidFill>
                <a:latin typeface="Arial"/>
                <a:ea typeface="Arial"/>
                <a:cs typeface="Arial"/>
              </a:defRPr>
            </a:lvl1pPr>
            <a:lvl2pPr>
              <a:defRPr sz="1725" b="0">
                <a:solidFill>
                  <a:srgbClr val="152039"/>
                </a:solidFill>
                <a:latin typeface="Arial"/>
                <a:ea typeface="Arial"/>
                <a:cs typeface="Arial"/>
              </a:defRPr>
            </a:lvl2pPr>
            <a:lvl3pPr>
              <a:defRPr sz="1725" b="0">
                <a:solidFill>
                  <a:srgbClr val="152039"/>
                </a:solidFill>
                <a:latin typeface="Arial"/>
                <a:ea typeface="Arial"/>
                <a:cs typeface="Arial"/>
              </a:defRPr>
            </a:lvl3pPr>
            <a:lvl4pPr>
              <a:defRPr sz="1725" b="0">
                <a:solidFill>
                  <a:srgbClr val="152039"/>
                </a:solidFill>
                <a:latin typeface="Arial"/>
                <a:ea typeface="Arial"/>
                <a:cs typeface="Arial"/>
              </a:defRPr>
            </a:lvl4pPr>
            <a:lvl5pPr>
              <a:defRPr sz="1725" b="0">
                <a:solidFill>
                  <a:srgbClr val="152039"/>
                </a:solidFill>
                <a:latin typeface="Arial"/>
                <a:ea typeface="Arial"/>
                <a:cs typeface="Arial"/>
              </a:defRPr>
            </a:lvl5pPr>
            <a:lvl6pPr>
              <a:defRPr sz="1725" b="0">
                <a:solidFill>
                  <a:srgbClr val="152039"/>
                </a:solidFill>
                <a:latin typeface="Arial"/>
                <a:ea typeface="Arial"/>
                <a:cs typeface="Arial"/>
              </a:defRPr>
            </a:lvl6pPr>
            <a:lvl7pPr>
              <a:defRPr sz="1725" b="0">
                <a:solidFill>
                  <a:srgbClr val="152039"/>
                </a:solidFill>
                <a:latin typeface="Arial"/>
                <a:ea typeface="Arial"/>
                <a:cs typeface="Arial"/>
              </a:defRPr>
            </a:lvl7pPr>
            <a:lvl8pPr>
              <a:defRPr sz="1725" b="0">
                <a:solidFill>
                  <a:srgbClr val="152039"/>
                </a:solidFill>
                <a:latin typeface="Arial"/>
                <a:ea typeface="Arial"/>
                <a:cs typeface="Arial"/>
              </a:defRPr>
            </a:lvl8pPr>
            <a:lvl9pPr>
              <a:defRPr sz="1725" b="0">
                <a:solidFill>
                  <a:srgbClr val="152039"/>
                </a:solidFill>
                <a:latin typeface="Arial"/>
                <a:ea typeface="Arial"/>
                <a:cs typeface="Arial"/>
              </a:defRPr>
            </a:lvl9pPr>
          </a:lstStyle>
          <a:p xmlns:a="http://schemas.openxmlformats.org/drawingml/2006/main">
            <a:pPr>
              <a:defRPr sz="1725" b="0">
                <a:solidFill>
                  <a:srgbClr val="152039"/>
                </a:solidFill>
                <a:latin typeface="Arial"/>
                <a:ea typeface="Arial"/>
                <a:cs typeface="Arial"/>
              </a:defRPr>
            </a:pPr>
            <a:r>
              <a:rPr sz="1725" b="0">
                <a:solidFill>
                  <a:srgbClr val="152039"/>
                </a:solidFill>
                <a:latin typeface="Arial"/>
                <a:ea typeface="Arial"/>
                <a:cs typeface="Arial"/>
              </a:rPr>
              <a:t>Verified sessions, roles and shared storage</a:t>
            </a:r>
          </a:p>
        </p:txBody>
      </p:sp>
      <p:sp>
        <p:nvSpPr>
          <p:cNvPr id="99" name="">
            <a:extLst xmlns:a="http://schemas.openxmlformats.org/drawingml/2006/main">
              <a:ext uri="{FF2B5EF4-FFF2-40B4-BE49-F238E27FC236}">
                <a16:creationId xmlns:a16="http://schemas.microsoft.com/office/drawing/2014/main" id="{7773F96F-955C-409E-9133-EC31B4D4B329}"/>
              </a:ext>
            </a:extLst>
          </p:cNvPr>
          <p:cNvSpPr>
            <a:spLocks xmlns:a="http://schemas.openxmlformats.org/drawingml/2006/main" noGrp="1"/>
          </p:cNvSpPr>
          <p:nvPr/>
        </p:nvSpPr>
        <p:spPr>
          <a:xfrm xmlns:a="http://schemas.openxmlformats.org/drawingml/2006/main">
            <a:off x="4724400" y="3590925"/>
            <a:ext cx="4048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Guided evaluation</a:t>
            </a:r>
          </a:p>
        </p:txBody>
      </p:sp>
      <p:sp>
        <p:nvSpPr>
          <p:cNvPr id="100" name="">
            <a:extLst xmlns:a="http://schemas.openxmlformats.org/drawingml/2006/main">
              <a:ext uri="{FF2B5EF4-FFF2-40B4-BE49-F238E27FC236}">
                <a16:creationId xmlns:a16="http://schemas.microsoft.com/office/drawing/2014/main" id="{B248AE44-3A27-4F95-A265-F172AF7F3549}"/>
              </a:ext>
            </a:extLst>
          </p:cNvPr>
          <p:cNvSpPr>
            <a:spLocks xmlns:a="http://schemas.openxmlformats.org/drawingml/2006/main" noGrp="1"/>
          </p:cNvSpPr>
          <p:nvPr/>
        </p:nvSpPr>
        <p:spPr>
          <a:xfrm xmlns:a="http://schemas.openxmlformats.org/drawingml/2006/main">
            <a:off x="4724400" y="3981450"/>
            <a:ext cx="39433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039"/>
                </a:solidFill>
                <a:latin typeface="Arial"/>
                <a:ea typeface="Arial"/>
                <a:cs typeface="Arial"/>
              </a:defRPr>
            </a:defPPr>
            <a:lvl1pPr>
              <a:defRPr sz="1725" b="0">
                <a:solidFill>
                  <a:srgbClr val="152039"/>
                </a:solidFill>
                <a:latin typeface="Arial"/>
                <a:ea typeface="Arial"/>
                <a:cs typeface="Arial"/>
              </a:defRPr>
            </a:lvl1pPr>
            <a:lvl2pPr>
              <a:defRPr sz="1725" b="0">
                <a:solidFill>
                  <a:srgbClr val="152039"/>
                </a:solidFill>
                <a:latin typeface="Arial"/>
                <a:ea typeface="Arial"/>
                <a:cs typeface="Arial"/>
              </a:defRPr>
            </a:lvl2pPr>
            <a:lvl3pPr>
              <a:defRPr sz="1725" b="0">
                <a:solidFill>
                  <a:srgbClr val="152039"/>
                </a:solidFill>
                <a:latin typeface="Arial"/>
                <a:ea typeface="Arial"/>
                <a:cs typeface="Arial"/>
              </a:defRPr>
            </a:lvl3pPr>
            <a:lvl4pPr>
              <a:defRPr sz="1725" b="0">
                <a:solidFill>
                  <a:srgbClr val="152039"/>
                </a:solidFill>
                <a:latin typeface="Arial"/>
                <a:ea typeface="Arial"/>
                <a:cs typeface="Arial"/>
              </a:defRPr>
            </a:lvl4pPr>
            <a:lvl5pPr>
              <a:defRPr sz="1725" b="0">
                <a:solidFill>
                  <a:srgbClr val="152039"/>
                </a:solidFill>
                <a:latin typeface="Arial"/>
                <a:ea typeface="Arial"/>
                <a:cs typeface="Arial"/>
              </a:defRPr>
            </a:lvl5pPr>
            <a:lvl6pPr>
              <a:defRPr sz="1725" b="0">
                <a:solidFill>
                  <a:srgbClr val="152039"/>
                </a:solidFill>
                <a:latin typeface="Arial"/>
                <a:ea typeface="Arial"/>
                <a:cs typeface="Arial"/>
              </a:defRPr>
            </a:lvl6pPr>
            <a:lvl7pPr>
              <a:defRPr sz="1725" b="0">
                <a:solidFill>
                  <a:srgbClr val="152039"/>
                </a:solidFill>
                <a:latin typeface="Arial"/>
                <a:ea typeface="Arial"/>
                <a:cs typeface="Arial"/>
              </a:defRPr>
            </a:lvl7pPr>
            <a:lvl8pPr>
              <a:defRPr sz="1725" b="0">
                <a:solidFill>
                  <a:srgbClr val="152039"/>
                </a:solidFill>
                <a:latin typeface="Arial"/>
                <a:ea typeface="Arial"/>
                <a:cs typeface="Arial"/>
              </a:defRPr>
            </a:lvl8pPr>
            <a:lvl9pPr>
              <a:defRPr sz="1725" b="0">
                <a:solidFill>
                  <a:srgbClr val="152039"/>
                </a:solidFill>
                <a:latin typeface="Arial"/>
                <a:ea typeface="Arial"/>
                <a:cs typeface="Arial"/>
              </a:defRPr>
            </a:lvl9pPr>
          </a:lstStyle>
          <a:p xmlns:a="http://schemas.openxmlformats.org/drawingml/2006/main">
            <a:pPr>
              <a:defRPr sz="1725" b="0">
                <a:solidFill>
                  <a:srgbClr val="152039"/>
                </a:solidFill>
                <a:latin typeface="Arial"/>
                <a:ea typeface="Arial"/>
                <a:cs typeface="Arial"/>
              </a:defRPr>
            </a:pPr>
            <a:r>
              <a:rPr sz="1725" b="0">
                <a:solidFill>
                  <a:srgbClr val="152039"/>
                </a:solidFill>
                <a:latin typeface="Arial"/>
                <a:ea typeface="Arial"/>
                <a:cs typeface="Arial"/>
              </a:rPr>
              <a:t>Five personas and twelve step-by-step cases</a:t>
            </a:r>
          </a:p>
        </p:txBody>
      </p:sp>
    </p:spTree>
    <p:extLst>
      <p:ext uri="{BB962C8B-B14F-4D97-AF65-F5344CB8AC3E}">
        <p14:creationId xmlns:p14="http://schemas.microsoft.com/office/powerpoint/2010/main" val="168302857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05" name="">
            <a:extLst xmlns:a="http://schemas.openxmlformats.org/drawingml/2006/main">
              <a:ext uri="{FF2B5EF4-FFF2-40B4-BE49-F238E27FC236}">
                <a16:creationId xmlns:a16="http://schemas.microsoft.com/office/drawing/2014/main" id="{C8D9DC0F-122A-4A95-938F-814A230FAC12}"/>
              </a:ext>
            </a:extLst>
          </p:cNvPr>
          <p:cNvCxnSpPr>
            <a:stCxn xmlns:a="http://schemas.openxmlformats.org/drawingml/2006/main" id="100" idx="3"/>
            <a:endCxn xmlns:a="http://schemas.openxmlformats.org/drawingml/2006/main" id="101" idx="1"/>
          </p:cNvCxnSpPr>
          <p:nvPr/>
        </p:nvCxnSpPr>
        <p:spPr>
          <a:xfrm xmlns:a="http://schemas.openxmlformats.org/drawingml/2006/main">
            <a:off x="6962775" y="1952625"/>
            <a:ext cx="238125" cy="0"/>
          </a:xfrm>
          <a:prstGeom xmlns:a="http://schemas.openxmlformats.org/drawingml/2006/main" prst="straightConnector1">
            <a:avLst/>
          </a:prstGeom>
          <a:ln xmlns:a="http://schemas.openxmlformats.org/drawingml/2006/main" w="19050">
            <a:solidFill>
              <a:srgbClr val="2547D0"/>
            </a:solidFill>
            <a:tailEnd type="arrow" w="med" len="med"/>
          </a:ln>
        </p:spPr>
      </p:cxnSp>
      <p:cxnSp>
        <p:nvCxnSpPr>
          <p:cNvPr id="104" name="">
            <a:extLst xmlns:a="http://schemas.openxmlformats.org/drawingml/2006/main">
              <a:ext uri="{FF2B5EF4-FFF2-40B4-BE49-F238E27FC236}">
                <a16:creationId xmlns:a16="http://schemas.microsoft.com/office/drawing/2014/main" id="{052ACCCC-43D7-4C14-BE7E-9631328DA2F3}"/>
              </a:ext>
            </a:extLst>
          </p:cNvPr>
          <p:cNvCxnSpPr>
            <a:stCxn xmlns:a="http://schemas.openxmlformats.org/drawingml/2006/main" id="99" idx="3"/>
            <a:endCxn xmlns:a="http://schemas.openxmlformats.org/drawingml/2006/main" id="100" idx="1"/>
          </p:cNvCxnSpPr>
          <p:nvPr/>
        </p:nvCxnSpPr>
        <p:spPr>
          <a:xfrm xmlns:a="http://schemas.openxmlformats.org/drawingml/2006/main">
            <a:off x="5248275" y="1952625"/>
            <a:ext cx="238125" cy="0"/>
          </a:xfrm>
          <a:prstGeom xmlns:a="http://schemas.openxmlformats.org/drawingml/2006/main" prst="straightConnector1">
            <a:avLst/>
          </a:prstGeom>
          <a:ln xmlns:a="http://schemas.openxmlformats.org/drawingml/2006/main" w="19050">
            <a:solidFill>
              <a:srgbClr val="2547D0"/>
            </a:solidFill>
            <a:tailEnd type="arrow" w="med" len="med"/>
          </a:ln>
        </p:spPr>
      </p:cxnSp>
      <p:cxnSp>
        <p:nvCxnSpPr>
          <p:cNvPr id="103" name="">
            <a:extLst xmlns:a="http://schemas.openxmlformats.org/drawingml/2006/main">
              <a:ext uri="{FF2B5EF4-FFF2-40B4-BE49-F238E27FC236}">
                <a16:creationId xmlns:a16="http://schemas.microsoft.com/office/drawing/2014/main" id="{E481B462-0A29-4914-A9B7-80C2FBA12D1C}"/>
              </a:ext>
            </a:extLst>
          </p:cNvPr>
          <p:cNvCxnSpPr>
            <a:stCxn xmlns:a="http://schemas.openxmlformats.org/drawingml/2006/main" id="98" idx="3"/>
            <a:endCxn xmlns:a="http://schemas.openxmlformats.org/drawingml/2006/main" id="99" idx="1"/>
          </p:cNvCxnSpPr>
          <p:nvPr/>
        </p:nvCxnSpPr>
        <p:spPr>
          <a:xfrm xmlns:a="http://schemas.openxmlformats.org/drawingml/2006/main">
            <a:off x="3533775" y="1952625"/>
            <a:ext cx="238125" cy="0"/>
          </a:xfrm>
          <a:prstGeom xmlns:a="http://schemas.openxmlformats.org/drawingml/2006/main" prst="straightConnector1">
            <a:avLst/>
          </a:prstGeom>
          <a:ln xmlns:a="http://schemas.openxmlformats.org/drawingml/2006/main" w="19050">
            <a:solidFill>
              <a:srgbClr val="2547D0"/>
            </a:solidFill>
            <a:tailEnd type="arrow" w="med" len="med"/>
          </a:ln>
        </p:spPr>
      </p:cxnSp>
      <p:cxnSp>
        <p:nvCxnSpPr>
          <p:cNvPr id="102" name="">
            <a:extLst xmlns:a="http://schemas.openxmlformats.org/drawingml/2006/main">
              <a:ext uri="{FF2B5EF4-FFF2-40B4-BE49-F238E27FC236}">
                <a16:creationId xmlns:a16="http://schemas.microsoft.com/office/drawing/2014/main" id="{A86A4478-6BE4-4CE0-A209-263EAD94A45B}"/>
              </a:ext>
            </a:extLst>
          </p:cNvPr>
          <p:cNvCxnSpPr>
            <a:stCxn xmlns:a="http://schemas.openxmlformats.org/drawingml/2006/main" id="97" idx="3"/>
            <a:endCxn xmlns:a="http://schemas.openxmlformats.org/drawingml/2006/main" id="98" idx="1"/>
          </p:cNvCxnSpPr>
          <p:nvPr/>
        </p:nvCxnSpPr>
        <p:spPr>
          <a:xfrm xmlns:a="http://schemas.openxmlformats.org/drawingml/2006/main">
            <a:off x="1819275" y="1952625"/>
            <a:ext cx="238125" cy="0"/>
          </a:xfrm>
          <a:prstGeom xmlns:a="http://schemas.openxmlformats.org/drawingml/2006/main" prst="straightConnector1">
            <a:avLst/>
          </a:prstGeom>
          <a:ln xmlns:a="http://schemas.openxmlformats.org/drawingml/2006/main" w="19050">
            <a:solidFill>
              <a:srgbClr val="2547D0"/>
            </a:solidFill>
            <a:tailEnd type="arrow" w="med" len="med"/>
          </a:ln>
        </p:spPr>
      </p:cxnSp>
      <p:pic>
        <p:nvPicPr>
          <p:cNvPr id="92" name="Google Shape;92;p18">
            <a:extLst xmlns:a="http://schemas.openxmlformats.org/drawingml/2006/main">
              <a:ext uri="{FF2B5EF4-FFF2-40B4-BE49-F238E27FC236}">
                <a16:creationId xmlns:a16="http://schemas.microsoft.com/office/drawing/2014/main" id="{B88D0464-E3B1-448F-97CF-58ECD46E233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7a1c3a886ba4227">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93" name="Google Shape;93;p18">
            <a:extLst xmlns:a="http://schemas.openxmlformats.org/drawingml/2006/main">
              <a:ext uri="{FF2B5EF4-FFF2-40B4-BE49-F238E27FC236}">
                <a16:creationId xmlns:a16="http://schemas.microsoft.com/office/drawing/2014/main" id="{41B73405-A35D-4060-BAE1-E09169EF6EFB}"/>
              </a:ext>
            </a:extLst>
          </p:cNvPr>
          <p:cNvPicPr>
            <a:picLocks xmlns:a="http://schemas.openxmlformats.org/drawingml/2006/main" noChangeAspect="1"/>
          </p:cNvPicPr>
          <p:nvPr/>
        </p:nvPicPr>
        <p:blipFill>
          <a:blip xmlns:r="http://schemas.openxmlformats.org/officeDocument/2006/relationships" xmlns:a="http://schemas.openxmlformats.org/drawingml/2006/main" r:embed="R2bed9fb2a32f4b62">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94" name="Google Shape;94;p18">
            <a:extLst xmlns:a="http://schemas.openxmlformats.org/drawingml/2006/main">
              <a:ext uri="{FF2B5EF4-FFF2-40B4-BE49-F238E27FC236}">
                <a16:creationId xmlns:a16="http://schemas.microsoft.com/office/drawing/2014/main" id="{1E617A98-74FE-479F-A967-22AE42F3D5DD}"/>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95" name="Google Shape;95;p18">
            <a:extLst xmlns:a="http://schemas.openxmlformats.org/drawingml/2006/main">
              <a:ext uri="{FF2B5EF4-FFF2-40B4-BE49-F238E27FC236}">
                <a16:creationId xmlns:a16="http://schemas.microsoft.com/office/drawing/2014/main" id="{F3332AE8-BD08-4CE5-A01F-59E087EA1FBD}"/>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96" name="">
            <a:extLst xmlns:a="http://schemas.openxmlformats.org/drawingml/2006/main">
              <a:ext uri="{FF2B5EF4-FFF2-40B4-BE49-F238E27FC236}">
                <a16:creationId xmlns:a16="http://schemas.microsoft.com/office/drawing/2014/main" id="{971ADEA5-1A41-4B72-B38D-1274064A8A13}"/>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One change, traced through the work</a:t>
            </a:r>
          </a:p>
        </p:txBody>
      </p:sp>
      <p:sp>
        <p:nvSpPr>
          <p:cNvPr id="97" name="">
            <a:extLst xmlns:a="http://schemas.openxmlformats.org/drawingml/2006/main">
              <a:ext uri="{FF2B5EF4-FFF2-40B4-BE49-F238E27FC236}">
                <a16:creationId xmlns:a16="http://schemas.microsoft.com/office/drawing/2014/main" id="{7E145374-5146-4DA0-A4BA-692668B10D94}"/>
              </a:ext>
            </a:extLst>
          </p:cNvPr>
          <p:cNvSpPr>
            <a:spLocks xmlns:a="http://schemas.openxmlformats.org/drawingml/2006/main" noGrp="1"/>
          </p:cNvSpPr>
          <p:nvPr/>
        </p:nvSpPr>
        <p:spPr>
          <a:xfrm xmlns:a="http://schemas.openxmlformats.org/drawingml/2006/main">
            <a:off x="342900" y="1619250"/>
            <a:ext cx="1476375" cy="66675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Capture</a:t>
            </a:r>
          </a:p>
        </p:txBody>
      </p:sp>
      <p:sp>
        <p:nvSpPr>
          <p:cNvPr id="98" name="">
            <a:extLst xmlns:a="http://schemas.openxmlformats.org/drawingml/2006/main">
              <a:ext uri="{FF2B5EF4-FFF2-40B4-BE49-F238E27FC236}">
                <a16:creationId xmlns:a16="http://schemas.microsoft.com/office/drawing/2014/main" id="{261B303D-E85A-4847-AAEE-81A94B999457}"/>
              </a:ext>
            </a:extLst>
          </p:cNvPr>
          <p:cNvSpPr>
            <a:spLocks xmlns:a="http://schemas.openxmlformats.org/drawingml/2006/main" noGrp="1"/>
          </p:cNvSpPr>
          <p:nvPr/>
        </p:nvSpPr>
        <p:spPr>
          <a:xfrm xmlns:a="http://schemas.openxmlformats.org/drawingml/2006/main">
            <a:off x="2057400" y="1619250"/>
            <a:ext cx="1476375" cy="66675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Propose</a:t>
            </a:r>
          </a:p>
        </p:txBody>
      </p:sp>
      <p:sp>
        <p:nvSpPr>
          <p:cNvPr id="99" name="">
            <a:extLst xmlns:a="http://schemas.openxmlformats.org/drawingml/2006/main">
              <a:ext uri="{FF2B5EF4-FFF2-40B4-BE49-F238E27FC236}">
                <a16:creationId xmlns:a16="http://schemas.microsoft.com/office/drawing/2014/main" id="{2ECAE9AB-4BE7-4468-81C9-9875D54C7EFF}"/>
              </a:ext>
            </a:extLst>
          </p:cNvPr>
          <p:cNvSpPr>
            <a:spLocks xmlns:a="http://schemas.openxmlformats.org/drawingml/2006/main" noGrp="1"/>
          </p:cNvSpPr>
          <p:nvPr/>
        </p:nvSpPr>
        <p:spPr>
          <a:xfrm xmlns:a="http://schemas.openxmlformats.org/drawingml/2006/main">
            <a:off x="3771900" y="1619250"/>
            <a:ext cx="1476375" cy="66675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Review</a:t>
            </a:r>
          </a:p>
        </p:txBody>
      </p:sp>
      <p:sp>
        <p:nvSpPr>
          <p:cNvPr id="100" name="">
            <a:extLst xmlns:a="http://schemas.openxmlformats.org/drawingml/2006/main">
              <a:ext uri="{FF2B5EF4-FFF2-40B4-BE49-F238E27FC236}">
                <a16:creationId xmlns:a16="http://schemas.microsoft.com/office/drawing/2014/main" id="{AA329030-0D0A-4A53-8034-9531AC63EE3C}"/>
              </a:ext>
            </a:extLst>
          </p:cNvPr>
          <p:cNvSpPr>
            <a:spLocks xmlns:a="http://schemas.openxmlformats.org/drawingml/2006/main" noGrp="1"/>
          </p:cNvSpPr>
          <p:nvPr/>
        </p:nvSpPr>
        <p:spPr>
          <a:xfrm xmlns:a="http://schemas.openxmlformats.org/drawingml/2006/main">
            <a:off x="5486400" y="1619250"/>
            <a:ext cx="1476375" cy="66675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Use</a:t>
            </a:r>
          </a:p>
        </p:txBody>
      </p:sp>
      <p:sp>
        <p:nvSpPr>
          <p:cNvPr id="101" name="">
            <a:extLst xmlns:a="http://schemas.openxmlformats.org/drawingml/2006/main">
              <a:ext uri="{FF2B5EF4-FFF2-40B4-BE49-F238E27FC236}">
                <a16:creationId xmlns:a16="http://schemas.microsoft.com/office/drawing/2014/main" id="{0782CCA3-7623-469E-988F-FB88B7A0DAB1}"/>
              </a:ext>
            </a:extLst>
          </p:cNvPr>
          <p:cNvSpPr>
            <a:spLocks xmlns:a="http://schemas.openxmlformats.org/drawingml/2006/main" noGrp="1"/>
          </p:cNvSpPr>
          <p:nvPr/>
        </p:nvSpPr>
        <p:spPr>
          <a:xfrm xmlns:a="http://schemas.openxmlformats.org/drawingml/2006/main">
            <a:off x="7200900" y="1619250"/>
            <a:ext cx="1476375" cy="66675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Refresh</a:t>
            </a:r>
          </a:p>
        </p:txBody>
      </p:sp>
      <p:sp>
        <p:nvSpPr>
          <p:cNvPr id="106" name="">
            <a:extLst xmlns:a="http://schemas.openxmlformats.org/drawingml/2006/main">
              <a:ext uri="{FF2B5EF4-FFF2-40B4-BE49-F238E27FC236}">
                <a16:creationId xmlns:a16="http://schemas.microsoft.com/office/drawing/2014/main" id="{7ECA378F-6527-4BAA-9390-AE5D37B125B0}"/>
              </a:ext>
            </a:extLst>
          </p:cNvPr>
          <p:cNvSpPr>
            <a:spLocks xmlns:a="http://schemas.openxmlformats.org/drawingml/2006/main" noGrp="1"/>
          </p:cNvSpPr>
          <p:nvPr/>
        </p:nvSpPr>
        <p:spPr>
          <a:xfrm xmlns:a="http://schemas.openxmlformats.org/drawingml/2006/main">
            <a:off x="342900" y="2571750"/>
            <a:ext cx="1562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2039"/>
                </a:solidFill>
                <a:latin typeface="Arial"/>
                <a:ea typeface="Arial"/>
                <a:cs typeface="Arial"/>
              </a:defRPr>
            </a:defPPr>
            <a:lvl1pPr>
              <a:defRPr sz="1650" b="0">
                <a:solidFill>
                  <a:srgbClr val="152039"/>
                </a:solidFill>
                <a:latin typeface="Arial"/>
                <a:ea typeface="Arial"/>
                <a:cs typeface="Arial"/>
              </a:defRPr>
            </a:lvl1pPr>
            <a:lvl2pPr>
              <a:defRPr sz="1650" b="0">
                <a:solidFill>
                  <a:srgbClr val="152039"/>
                </a:solidFill>
                <a:latin typeface="Arial"/>
                <a:ea typeface="Arial"/>
                <a:cs typeface="Arial"/>
              </a:defRPr>
            </a:lvl2pPr>
            <a:lvl3pPr>
              <a:defRPr sz="1650" b="0">
                <a:solidFill>
                  <a:srgbClr val="152039"/>
                </a:solidFill>
                <a:latin typeface="Arial"/>
                <a:ea typeface="Arial"/>
                <a:cs typeface="Arial"/>
              </a:defRPr>
            </a:lvl3pPr>
            <a:lvl4pPr>
              <a:defRPr sz="1650" b="0">
                <a:solidFill>
                  <a:srgbClr val="152039"/>
                </a:solidFill>
                <a:latin typeface="Arial"/>
                <a:ea typeface="Arial"/>
                <a:cs typeface="Arial"/>
              </a:defRPr>
            </a:lvl4pPr>
            <a:lvl5pPr>
              <a:defRPr sz="1650" b="0">
                <a:solidFill>
                  <a:srgbClr val="152039"/>
                </a:solidFill>
                <a:latin typeface="Arial"/>
                <a:ea typeface="Arial"/>
                <a:cs typeface="Arial"/>
              </a:defRPr>
            </a:lvl5pPr>
            <a:lvl6pPr>
              <a:defRPr sz="1650" b="0">
                <a:solidFill>
                  <a:srgbClr val="152039"/>
                </a:solidFill>
                <a:latin typeface="Arial"/>
                <a:ea typeface="Arial"/>
                <a:cs typeface="Arial"/>
              </a:defRPr>
            </a:lvl6pPr>
            <a:lvl7pPr>
              <a:defRPr sz="1650" b="0">
                <a:solidFill>
                  <a:srgbClr val="152039"/>
                </a:solidFill>
                <a:latin typeface="Arial"/>
                <a:ea typeface="Arial"/>
                <a:cs typeface="Arial"/>
              </a:defRPr>
            </a:lvl7pPr>
            <a:lvl8pPr>
              <a:defRPr sz="1650" b="0">
                <a:solidFill>
                  <a:srgbClr val="152039"/>
                </a:solidFill>
                <a:latin typeface="Arial"/>
                <a:ea typeface="Arial"/>
                <a:cs typeface="Arial"/>
              </a:defRPr>
            </a:lvl8pPr>
            <a:lvl9pPr>
              <a:defRPr sz="1650" b="0">
                <a:solidFill>
                  <a:srgbClr val="152039"/>
                </a:solidFill>
                <a:latin typeface="Arial"/>
                <a:ea typeface="Arial"/>
                <a:cs typeface="Arial"/>
              </a:defRPr>
            </a:lvl9pPr>
          </a:lstStyle>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Notes or an</a:t>
            </a:r>
          </a:p>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explicit topic</a:t>
            </a:r>
          </a:p>
        </p:txBody>
      </p:sp>
      <p:sp>
        <p:nvSpPr>
          <p:cNvPr id="107" name="">
            <a:extLst xmlns:a="http://schemas.openxmlformats.org/drawingml/2006/main">
              <a:ext uri="{FF2B5EF4-FFF2-40B4-BE49-F238E27FC236}">
                <a16:creationId xmlns:a16="http://schemas.microsoft.com/office/drawing/2014/main" id="{542D3B12-0013-4B21-9417-F965ECD4A143}"/>
              </a:ext>
            </a:extLst>
          </p:cNvPr>
          <p:cNvSpPr>
            <a:spLocks xmlns:a="http://schemas.openxmlformats.org/drawingml/2006/main" noGrp="1"/>
          </p:cNvSpPr>
          <p:nvPr/>
        </p:nvSpPr>
        <p:spPr>
          <a:xfrm xmlns:a="http://schemas.openxmlformats.org/drawingml/2006/main">
            <a:off x="2057400" y="2571750"/>
            <a:ext cx="1562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2039"/>
                </a:solidFill>
                <a:latin typeface="Arial"/>
                <a:ea typeface="Arial"/>
                <a:cs typeface="Arial"/>
              </a:defRPr>
            </a:defPPr>
            <a:lvl1pPr>
              <a:defRPr sz="1650" b="0">
                <a:solidFill>
                  <a:srgbClr val="152039"/>
                </a:solidFill>
                <a:latin typeface="Arial"/>
                <a:ea typeface="Arial"/>
                <a:cs typeface="Arial"/>
              </a:defRPr>
            </a:lvl1pPr>
            <a:lvl2pPr>
              <a:defRPr sz="1650" b="0">
                <a:solidFill>
                  <a:srgbClr val="152039"/>
                </a:solidFill>
                <a:latin typeface="Arial"/>
                <a:ea typeface="Arial"/>
                <a:cs typeface="Arial"/>
              </a:defRPr>
            </a:lvl2pPr>
            <a:lvl3pPr>
              <a:defRPr sz="1650" b="0">
                <a:solidFill>
                  <a:srgbClr val="152039"/>
                </a:solidFill>
                <a:latin typeface="Arial"/>
                <a:ea typeface="Arial"/>
                <a:cs typeface="Arial"/>
              </a:defRPr>
            </a:lvl3pPr>
            <a:lvl4pPr>
              <a:defRPr sz="1650" b="0">
                <a:solidFill>
                  <a:srgbClr val="152039"/>
                </a:solidFill>
                <a:latin typeface="Arial"/>
                <a:ea typeface="Arial"/>
                <a:cs typeface="Arial"/>
              </a:defRPr>
            </a:lvl4pPr>
            <a:lvl5pPr>
              <a:defRPr sz="1650" b="0">
                <a:solidFill>
                  <a:srgbClr val="152039"/>
                </a:solidFill>
                <a:latin typeface="Arial"/>
                <a:ea typeface="Arial"/>
                <a:cs typeface="Arial"/>
              </a:defRPr>
            </a:lvl5pPr>
            <a:lvl6pPr>
              <a:defRPr sz="1650" b="0">
                <a:solidFill>
                  <a:srgbClr val="152039"/>
                </a:solidFill>
                <a:latin typeface="Arial"/>
                <a:ea typeface="Arial"/>
                <a:cs typeface="Arial"/>
              </a:defRPr>
            </a:lvl6pPr>
            <a:lvl7pPr>
              <a:defRPr sz="1650" b="0">
                <a:solidFill>
                  <a:srgbClr val="152039"/>
                </a:solidFill>
                <a:latin typeface="Arial"/>
                <a:ea typeface="Arial"/>
                <a:cs typeface="Arial"/>
              </a:defRPr>
            </a:lvl7pPr>
            <a:lvl8pPr>
              <a:defRPr sz="1650" b="0">
                <a:solidFill>
                  <a:srgbClr val="152039"/>
                </a:solidFill>
                <a:latin typeface="Arial"/>
                <a:ea typeface="Arial"/>
                <a:cs typeface="Arial"/>
              </a:defRPr>
            </a:lvl8pPr>
            <a:lvl9pPr>
              <a:defRPr sz="1650" b="0">
                <a:solidFill>
                  <a:srgbClr val="152039"/>
                </a:solidFill>
                <a:latin typeface="Arial"/>
                <a:ea typeface="Arial"/>
                <a:cs typeface="Arial"/>
              </a:defRPr>
            </a:lvl9pPr>
          </a:lstStyle>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Candidate with</a:t>
            </a:r>
          </a:p>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source + reason</a:t>
            </a:r>
          </a:p>
        </p:txBody>
      </p:sp>
      <p:sp>
        <p:nvSpPr>
          <p:cNvPr id="108" name="">
            <a:extLst xmlns:a="http://schemas.openxmlformats.org/drawingml/2006/main">
              <a:ext uri="{FF2B5EF4-FFF2-40B4-BE49-F238E27FC236}">
                <a16:creationId xmlns:a16="http://schemas.microsoft.com/office/drawing/2014/main" id="{3346577D-47B2-4946-8348-B927B037BA18}"/>
              </a:ext>
            </a:extLst>
          </p:cNvPr>
          <p:cNvSpPr>
            <a:spLocks xmlns:a="http://schemas.openxmlformats.org/drawingml/2006/main" noGrp="1"/>
          </p:cNvSpPr>
          <p:nvPr/>
        </p:nvSpPr>
        <p:spPr>
          <a:xfrm xmlns:a="http://schemas.openxmlformats.org/drawingml/2006/main">
            <a:off x="3771900" y="2571750"/>
            <a:ext cx="1562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2039"/>
                </a:solidFill>
                <a:latin typeface="Arial"/>
                <a:ea typeface="Arial"/>
                <a:cs typeface="Arial"/>
              </a:defRPr>
            </a:defPPr>
            <a:lvl1pPr>
              <a:defRPr sz="1650" b="0">
                <a:solidFill>
                  <a:srgbClr val="152039"/>
                </a:solidFill>
                <a:latin typeface="Arial"/>
                <a:ea typeface="Arial"/>
                <a:cs typeface="Arial"/>
              </a:defRPr>
            </a:lvl1pPr>
            <a:lvl2pPr>
              <a:defRPr sz="1650" b="0">
                <a:solidFill>
                  <a:srgbClr val="152039"/>
                </a:solidFill>
                <a:latin typeface="Arial"/>
                <a:ea typeface="Arial"/>
                <a:cs typeface="Arial"/>
              </a:defRPr>
            </a:lvl2pPr>
            <a:lvl3pPr>
              <a:defRPr sz="1650" b="0">
                <a:solidFill>
                  <a:srgbClr val="152039"/>
                </a:solidFill>
                <a:latin typeface="Arial"/>
                <a:ea typeface="Arial"/>
                <a:cs typeface="Arial"/>
              </a:defRPr>
            </a:lvl3pPr>
            <a:lvl4pPr>
              <a:defRPr sz="1650" b="0">
                <a:solidFill>
                  <a:srgbClr val="152039"/>
                </a:solidFill>
                <a:latin typeface="Arial"/>
                <a:ea typeface="Arial"/>
                <a:cs typeface="Arial"/>
              </a:defRPr>
            </a:lvl4pPr>
            <a:lvl5pPr>
              <a:defRPr sz="1650" b="0">
                <a:solidFill>
                  <a:srgbClr val="152039"/>
                </a:solidFill>
                <a:latin typeface="Arial"/>
                <a:ea typeface="Arial"/>
                <a:cs typeface="Arial"/>
              </a:defRPr>
            </a:lvl5pPr>
            <a:lvl6pPr>
              <a:defRPr sz="1650" b="0">
                <a:solidFill>
                  <a:srgbClr val="152039"/>
                </a:solidFill>
                <a:latin typeface="Arial"/>
                <a:ea typeface="Arial"/>
                <a:cs typeface="Arial"/>
              </a:defRPr>
            </a:lvl6pPr>
            <a:lvl7pPr>
              <a:defRPr sz="1650" b="0">
                <a:solidFill>
                  <a:srgbClr val="152039"/>
                </a:solidFill>
                <a:latin typeface="Arial"/>
                <a:ea typeface="Arial"/>
                <a:cs typeface="Arial"/>
              </a:defRPr>
            </a:lvl7pPr>
            <a:lvl8pPr>
              <a:defRPr sz="1650" b="0">
                <a:solidFill>
                  <a:srgbClr val="152039"/>
                </a:solidFill>
                <a:latin typeface="Arial"/>
                <a:ea typeface="Arial"/>
                <a:cs typeface="Arial"/>
              </a:defRPr>
            </a:lvl8pPr>
            <a:lvl9pPr>
              <a:defRPr sz="1650" b="0">
                <a:solidFill>
                  <a:srgbClr val="152039"/>
                </a:solidFill>
                <a:latin typeface="Arial"/>
                <a:ea typeface="Arial"/>
                <a:cs typeface="Arial"/>
              </a:defRPr>
            </a:lvl9pPr>
          </a:lstStyle>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Independent</a:t>
            </a:r>
          </a:p>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domain owner</a:t>
            </a:r>
          </a:p>
        </p:txBody>
      </p:sp>
      <p:sp>
        <p:nvSpPr>
          <p:cNvPr id="109" name="">
            <a:extLst xmlns:a="http://schemas.openxmlformats.org/drawingml/2006/main">
              <a:ext uri="{FF2B5EF4-FFF2-40B4-BE49-F238E27FC236}">
                <a16:creationId xmlns:a16="http://schemas.microsoft.com/office/drawing/2014/main" id="{22C835CF-4625-4D71-9142-ED1262BEFD79}"/>
              </a:ext>
            </a:extLst>
          </p:cNvPr>
          <p:cNvSpPr>
            <a:spLocks xmlns:a="http://schemas.openxmlformats.org/drawingml/2006/main" noGrp="1"/>
          </p:cNvSpPr>
          <p:nvPr/>
        </p:nvSpPr>
        <p:spPr>
          <a:xfrm xmlns:a="http://schemas.openxmlformats.org/drawingml/2006/main">
            <a:off x="5486400" y="2571750"/>
            <a:ext cx="1562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2039"/>
                </a:solidFill>
                <a:latin typeface="Arial"/>
                <a:ea typeface="Arial"/>
                <a:cs typeface="Arial"/>
              </a:defRPr>
            </a:defPPr>
            <a:lvl1pPr>
              <a:defRPr sz="1650" b="0">
                <a:solidFill>
                  <a:srgbClr val="152039"/>
                </a:solidFill>
                <a:latin typeface="Arial"/>
                <a:ea typeface="Arial"/>
                <a:cs typeface="Arial"/>
              </a:defRPr>
            </a:lvl1pPr>
            <a:lvl2pPr>
              <a:defRPr sz="1650" b="0">
                <a:solidFill>
                  <a:srgbClr val="152039"/>
                </a:solidFill>
                <a:latin typeface="Arial"/>
                <a:ea typeface="Arial"/>
                <a:cs typeface="Arial"/>
              </a:defRPr>
            </a:lvl2pPr>
            <a:lvl3pPr>
              <a:defRPr sz="1650" b="0">
                <a:solidFill>
                  <a:srgbClr val="152039"/>
                </a:solidFill>
                <a:latin typeface="Arial"/>
                <a:ea typeface="Arial"/>
                <a:cs typeface="Arial"/>
              </a:defRPr>
            </a:lvl3pPr>
            <a:lvl4pPr>
              <a:defRPr sz="1650" b="0">
                <a:solidFill>
                  <a:srgbClr val="152039"/>
                </a:solidFill>
                <a:latin typeface="Arial"/>
                <a:ea typeface="Arial"/>
                <a:cs typeface="Arial"/>
              </a:defRPr>
            </a:lvl4pPr>
            <a:lvl5pPr>
              <a:defRPr sz="1650" b="0">
                <a:solidFill>
                  <a:srgbClr val="152039"/>
                </a:solidFill>
                <a:latin typeface="Arial"/>
                <a:ea typeface="Arial"/>
                <a:cs typeface="Arial"/>
              </a:defRPr>
            </a:lvl5pPr>
            <a:lvl6pPr>
              <a:defRPr sz="1650" b="0">
                <a:solidFill>
                  <a:srgbClr val="152039"/>
                </a:solidFill>
                <a:latin typeface="Arial"/>
                <a:ea typeface="Arial"/>
                <a:cs typeface="Arial"/>
              </a:defRPr>
            </a:lvl6pPr>
            <a:lvl7pPr>
              <a:defRPr sz="1650" b="0">
                <a:solidFill>
                  <a:srgbClr val="152039"/>
                </a:solidFill>
                <a:latin typeface="Arial"/>
                <a:ea typeface="Arial"/>
                <a:cs typeface="Arial"/>
              </a:defRPr>
            </a:lvl7pPr>
            <a:lvl8pPr>
              <a:defRPr sz="1650" b="0">
                <a:solidFill>
                  <a:srgbClr val="152039"/>
                </a:solidFill>
                <a:latin typeface="Arial"/>
                <a:ea typeface="Arial"/>
                <a:cs typeface="Arial"/>
              </a:defRPr>
            </a:lvl8pPr>
            <a:lvl9pPr>
              <a:defRPr sz="1650" b="0">
                <a:solidFill>
                  <a:srgbClr val="152039"/>
                </a:solidFill>
                <a:latin typeface="Arial"/>
                <a:ea typeface="Arial"/>
                <a:cs typeface="Arial"/>
              </a:defRPr>
            </a:lvl9pPr>
          </a:lstStyle>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Agent receives</a:t>
            </a:r>
          </a:p>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accepted revision</a:t>
            </a:r>
          </a:p>
        </p:txBody>
      </p:sp>
      <p:sp>
        <p:nvSpPr>
          <p:cNvPr id="110" name="">
            <a:extLst xmlns:a="http://schemas.openxmlformats.org/drawingml/2006/main">
              <a:ext uri="{FF2B5EF4-FFF2-40B4-BE49-F238E27FC236}">
                <a16:creationId xmlns:a16="http://schemas.microsoft.com/office/drawing/2014/main" id="{B6D2485B-4912-4A75-A58F-8E5B793DC367}"/>
              </a:ext>
            </a:extLst>
          </p:cNvPr>
          <p:cNvSpPr>
            <a:spLocks xmlns:a="http://schemas.openxmlformats.org/drawingml/2006/main" noGrp="1"/>
          </p:cNvSpPr>
          <p:nvPr/>
        </p:nvSpPr>
        <p:spPr>
          <a:xfrm xmlns:a="http://schemas.openxmlformats.org/drawingml/2006/main">
            <a:off x="7200900" y="2571750"/>
            <a:ext cx="1562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152039"/>
                </a:solidFill>
                <a:latin typeface="Arial"/>
                <a:ea typeface="Arial"/>
                <a:cs typeface="Arial"/>
              </a:defRPr>
            </a:defPPr>
            <a:lvl1pPr>
              <a:defRPr sz="1650" b="0">
                <a:solidFill>
                  <a:srgbClr val="152039"/>
                </a:solidFill>
                <a:latin typeface="Arial"/>
                <a:ea typeface="Arial"/>
                <a:cs typeface="Arial"/>
              </a:defRPr>
            </a:lvl1pPr>
            <a:lvl2pPr>
              <a:defRPr sz="1650" b="0">
                <a:solidFill>
                  <a:srgbClr val="152039"/>
                </a:solidFill>
                <a:latin typeface="Arial"/>
                <a:ea typeface="Arial"/>
                <a:cs typeface="Arial"/>
              </a:defRPr>
            </a:lvl2pPr>
            <a:lvl3pPr>
              <a:defRPr sz="1650" b="0">
                <a:solidFill>
                  <a:srgbClr val="152039"/>
                </a:solidFill>
                <a:latin typeface="Arial"/>
                <a:ea typeface="Arial"/>
                <a:cs typeface="Arial"/>
              </a:defRPr>
            </a:lvl3pPr>
            <a:lvl4pPr>
              <a:defRPr sz="1650" b="0">
                <a:solidFill>
                  <a:srgbClr val="152039"/>
                </a:solidFill>
                <a:latin typeface="Arial"/>
                <a:ea typeface="Arial"/>
                <a:cs typeface="Arial"/>
              </a:defRPr>
            </a:lvl4pPr>
            <a:lvl5pPr>
              <a:defRPr sz="1650" b="0">
                <a:solidFill>
                  <a:srgbClr val="152039"/>
                </a:solidFill>
                <a:latin typeface="Arial"/>
                <a:ea typeface="Arial"/>
                <a:cs typeface="Arial"/>
              </a:defRPr>
            </a:lvl5pPr>
            <a:lvl6pPr>
              <a:defRPr sz="1650" b="0">
                <a:solidFill>
                  <a:srgbClr val="152039"/>
                </a:solidFill>
                <a:latin typeface="Arial"/>
                <a:ea typeface="Arial"/>
                <a:cs typeface="Arial"/>
              </a:defRPr>
            </a:lvl6pPr>
            <a:lvl7pPr>
              <a:defRPr sz="1650" b="0">
                <a:solidFill>
                  <a:srgbClr val="152039"/>
                </a:solidFill>
                <a:latin typeface="Arial"/>
                <a:ea typeface="Arial"/>
                <a:cs typeface="Arial"/>
              </a:defRPr>
            </a:lvl7pPr>
            <a:lvl8pPr>
              <a:defRPr sz="1650" b="0">
                <a:solidFill>
                  <a:srgbClr val="152039"/>
                </a:solidFill>
                <a:latin typeface="Arial"/>
                <a:ea typeface="Arial"/>
                <a:cs typeface="Arial"/>
              </a:defRPr>
            </a:lvl8pPr>
            <a:lvl9pPr>
              <a:defRPr sz="1650" b="0">
                <a:solidFill>
                  <a:srgbClr val="152039"/>
                </a:solidFill>
                <a:latin typeface="Arial"/>
                <a:ea typeface="Arial"/>
                <a:cs typeface="Arial"/>
              </a:defRPr>
            </a:lvl9pPr>
          </a:lstStyle>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Changed sources</a:t>
            </a:r>
          </a:p>
          <a:p xmlns:a="http://schemas.openxmlformats.org/drawingml/2006/main">
            <a:pPr>
              <a:defRPr sz="1650" b="0">
                <a:solidFill>
                  <a:srgbClr val="152039"/>
                </a:solidFill>
                <a:latin typeface="Arial"/>
                <a:ea typeface="Arial"/>
                <a:cs typeface="Arial"/>
              </a:defRPr>
            </a:pPr>
            <a:r>
              <a:rPr sz="1650" b="0">
                <a:solidFill>
                  <a:srgbClr val="152039"/>
                </a:solidFill>
                <a:latin typeface="Arial"/>
                <a:ea typeface="Arial"/>
                <a:cs typeface="Arial"/>
              </a:rPr>
              <a:t>flag affected runs</a:t>
            </a:r>
          </a:p>
        </p:txBody>
      </p:sp>
      <p:sp>
        <p:nvSpPr>
          <p:cNvPr id="111" name="">
            <a:extLst xmlns:a="http://schemas.openxmlformats.org/drawingml/2006/main">
              <a:ext uri="{FF2B5EF4-FFF2-40B4-BE49-F238E27FC236}">
                <a16:creationId xmlns:a16="http://schemas.microsoft.com/office/drawing/2014/main" id="{580CC709-861F-4465-9619-4C667D3F2469}"/>
              </a:ext>
            </a:extLst>
          </p:cNvPr>
          <p:cNvSpPr>
            <a:spLocks xmlns:a="http://schemas.openxmlformats.org/drawingml/2006/main" noGrp="1"/>
          </p:cNvSpPr>
          <p:nvPr/>
        </p:nvSpPr>
        <p:spPr>
          <a:xfrm xmlns:a="http://schemas.openxmlformats.org/drawingml/2006/main">
            <a:off x="342900" y="3952875"/>
            <a:ext cx="8429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47D0"/>
                </a:solidFill>
                <a:latin typeface="Arial"/>
                <a:ea typeface="Arial"/>
                <a:cs typeface="Arial"/>
              </a:defRPr>
            </a:defPPr>
            <a:lvl1pPr>
              <a:defRPr sz="2100" b="1">
                <a:solidFill>
                  <a:srgbClr val="2547D0"/>
                </a:solidFill>
                <a:latin typeface="Arial"/>
                <a:ea typeface="Arial"/>
                <a:cs typeface="Arial"/>
              </a:defRPr>
            </a:lvl1pPr>
            <a:lvl2pPr>
              <a:defRPr sz="2100" b="1">
                <a:solidFill>
                  <a:srgbClr val="2547D0"/>
                </a:solidFill>
                <a:latin typeface="Arial"/>
                <a:ea typeface="Arial"/>
                <a:cs typeface="Arial"/>
              </a:defRPr>
            </a:lvl2pPr>
            <a:lvl3pPr>
              <a:defRPr sz="2100" b="1">
                <a:solidFill>
                  <a:srgbClr val="2547D0"/>
                </a:solidFill>
                <a:latin typeface="Arial"/>
                <a:ea typeface="Arial"/>
                <a:cs typeface="Arial"/>
              </a:defRPr>
            </a:lvl3pPr>
            <a:lvl4pPr>
              <a:defRPr sz="2100" b="1">
                <a:solidFill>
                  <a:srgbClr val="2547D0"/>
                </a:solidFill>
                <a:latin typeface="Arial"/>
                <a:ea typeface="Arial"/>
                <a:cs typeface="Arial"/>
              </a:defRPr>
            </a:lvl4pPr>
            <a:lvl5pPr>
              <a:defRPr sz="2100" b="1">
                <a:solidFill>
                  <a:srgbClr val="2547D0"/>
                </a:solidFill>
                <a:latin typeface="Arial"/>
                <a:ea typeface="Arial"/>
                <a:cs typeface="Arial"/>
              </a:defRPr>
            </a:lvl5pPr>
            <a:lvl6pPr>
              <a:defRPr sz="2100" b="1">
                <a:solidFill>
                  <a:srgbClr val="2547D0"/>
                </a:solidFill>
                <a:latin typeface="Arial"/>
                <a:ea typeface="Arial"/>
                <a:cs typeface="Arial"/>
              </a:defRPr>
            </a:lvl6pPr>
            <a:lvl7pPr>
              <a:defRPr sz="2100" b="1">
                <a:solidFill>
                  <a:srgbClr val="2547D0"/>
                </a:solidFill>
                <a:latin typeface="Arial"/>
                <a:ea typeface="Arial"/>
                <a:cs typeface="Arial"/>
              </a:defRPr>
            </a:lvl7pPr>
            <a:lvl8pPr>
              <a:defRPr sz="2100" b="1">
                <a:solidFill>
                  <a:srgbClr val="2547D0"/>
                </a:solidFill>
                <a:latin typeface="Arial"/>
                <a:ea typeface="Arial"/>
                <a:cs typeface="Arial"/>
              </a:defRPr>
            </a:lvl8pPr>
            <a:lvl9pPr>
              <a:defRPr sz="2100" b="1">
                <a:solidFill>
                  <a:srgbClr val="2547D0"/>
                </a:solidFill>
                <a:latin typeface="Arial"/>
                <a:ea typeface="Arial"/>
                <a:cs typeface="Arial"/>
              </a:defRPr>
            </a:lvl9pPr>
          </a:lstStyle>
          <a:p xmlns:a="http://schemas.openxmlformats.org/drawingml/2006/main">
            <a:pPr>
              <a:defRPr sz="2100" b="1">
                <a:solidFill>
                  <a:srgbClr val="2547D0"/>
                </a:solidFill>
                <a:latin typeface="Arial"/>
                <a:ea typeface="Arial"/>
                <a:cs typeface="Arial"/>
              </a:defRPr>
            </a:pPr>
            <a:r>
              <a:rPr sz="2100" b="1">
                <a:solidFill>
                  <a:srgbClr val="2547D0"/>
                </a:solidFill>
                <a:latin typeface="Arial"/>
                <a:ea typeface="Arial"/>
                <a:cs typeface="Arial"/>
              </a:rPr>
              <a:t>Example: retry limit 3 → 2. Old runs retain v1; fresh work uses v2.</a:t>
            </a:r>
          </a:p>
        </p:txBody>
      </p:sp>
    </p:spTree>
    <p:extLst>
      <p:ext uri="{BB962C8B-B14F-4D97-AF65-F5344CB8AC3E}">
        <p14:creationId xmlns:p14="http://schemas.microsoft.com/office/powerpoint/2010/main" val="210225005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0" name="Google Shape;100;p19">
            <a:extLst xmlns:a="http://schemas.openxmlformats.org/drawingml/2006/main">
              <a:ext uri="{FF2B5EF4-FFF2-40B4-BE49-F238E27FC236}">
                <a16:creationId xmlns:a16="http://schemas.microsoft.com/office/drawing/2014/main" id="{6971A834-21E7-494A-9169-F73BCCF6278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0e142380a284229">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01" name="Google Shape;101;p19">
            <a:extLst xmlns:a="http://schemas.openxmlformats.org/drawingml/2006/main">
              <a:ext uri="{FF2B5EF4-FFF2-40B4-BE49-F238E27FC236}">
                <a16:creationId xmlns:a16="http://schemas.microsoft.com/office/drawing/2014/main" id="{768F1CED-C794-4423-8EAE-BD2EDEB445E2}"/>
              </a:ext>
            </a:extLst>
          </p:cNvPr>
          <p:cNvPicPr>
            <a:picLocks xmlns:a="http://schemas.openxmlformats.org/drawingml/2006/main" noChangeAspect="1"/>
          </p:cNvPicPr>
          <p:nvPr/>
        </p:nvPicPr>
        <p:blipFill>
          <a:blip xmlns:r="http://schemas.openxmlformats.org/officeDocument/2006/relationships" xmlns:a="http://schemas.openxmlformats.org/drawingml/2006/main" r:embed="R613427db80104dc7">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02" name="Google Shape;102;p19">
            <a:extLst xmlns:a="http://schemas.openxmlformats.org/drawingml/2006/main">
              <a:ext uri="{FF2B5EF4-FFF2-40B4-BE49-F238E27FC236}">
                <a16:creationId xmlns:a16="http://schemas.microsoft.com/office/drawing/2014/main" id="{742C3F3D-58C7-4296-8E1C-9D1D5CB6C3E2}"/>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3" name="Google Shape;103;p19">
            <a:extLst xmlns:a="http://schemas.openxmlformats.org/drawingml/2006/main">
              <a:ext uri="{FF2B5EF4-FFF2-40B4-BE49-F238E27FC236}">
                <a16:creationId xmlns:a16="http://schemas.microsoft.com/office/drawing/2014/main" id="{6FC541F2-2259-4779-BA0F-F8A1CADD8FB0}"/>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104" name="">
            <a:extLst xmlns:a="http://schemas.openxmlformats.org/drawingml/2006/main">
              <a:ext uri="{FF2B5EF4-FFF2-40B4-BE49-F238E27FC236}">
                <a16:creationId xmlns:a16="http://schemas.microsoft.com/office/drawing/2014/main" id="{DB526A21-23A5-4CF6-BE9A-4E14B84612AF}"/>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Five personas, a clear next action</a:t>
            </a:r>
          </a:p>
        </p:txBody>
      </p:sp>
      <p:graphicFrame>
        <p:nvGraphicFramePr>
          <p:cNvPr id="105" name="">
            <a:extLst xmlns:a="http://schemas.openxmlformats.org/drawingml/2006/main">
              <a:ext uri="{FF2B5EF4-FFF2-40B4-BE49-F238E27FC236}">
                <a16:creationId xmlns:a16="http://schemas.microsoft.com/office/drawing/2014/main" id="{DCD22B42-01B1-4E65-9CA9-0EFFBE59D1DE}"/>
              </a:ext>
            </a:extLst>
          </p:cNvPr>
          <p:cNvGraphicFramePr/>
          <p:nvPr/>
        </p:nvGraphicFramePr>
        <p:xfrm>
          <a:off xmlns:a="http://schemas.openxmlformats.org/drawingml/2006/main" x="342900" y="1428750"/>
          <a:ext xmlns:a="http://schemas.openxmlformats.org/drawingml/2006/main" cx="8458200" cy="3238500"/>
        </p:xfrm>
        <a:graphic xmlns:a="http://schemas.openxmlformats.org/drawingml/2006/main">
          <a:graphicData uri="http://schemas.openxmlformats.org/drawingml/2006/table">
            <a:tbl>
              <a:tblPr/>
              <a:tblGrid>
                <a:gridCol w="2095500"/>
                <a:gridCol w="3190875"/>
                <a:gridCol w="3171825"/>
              </a:tblGrid>
              <a:tr h="539750">
                <a:tc>
                  <a:txBody>
                    <a:bodyPr/>
                    <a:lstStyle/>
                    <a:p>
                      <a:r>
                        <a:rPr sz="1575" b="1">
                          <a:solidFill>
                            <a:srgbClr val="FFFFFF"/>
                          </a:solidFill>
                          <a:latin typeface="Arial"/>
                          <a:ea typeface="Arial"/>
                          <a:cs typeface="Arial"/>
                        </a:rPr>
                        <a:t>Persona</a:t>
                      </a:r>
                    </a:p>
                  </a:txBody>
                  <a:tcPr marL="91440" marR="91440" marT="45720" marB="45720">
                    <a:lnL w="6668">
                      <a:solidFill>
                        <a:srgbClr val="D8DDE8"/>
                      </a:solidFill>
                      <a:prstDash val="solid"/>
                    </a:lnL>
                    <a:lnR w="6668">
                      <a:solidFill>
                        <a:srgbClr val="D8DDE8"/>
                      </a:solidFill>
                      <a:prstDash val="solid"/>
                    </a:lnR>
                    <a:lnT w="6668">
                      <a:solidFill>
                        <a:srgbClr val="D8DDE8"/>
                      </a:solidFill>
                      <a:prstDash val="solid"/>
                    </a:lnT>
                    <a:lnB w="6668">
                      <a:solidFill>
                        <a:srgbClr val="D8DDE8"/>
                      </a:solidFill>
                      <a:prstDash val="solid"/>
                    </a:lnB>
                    <a:solidFill>
                      <a:srgbClr val="2547D0"/>
                    </a:solidFill>
                  </a:tcPr>
                </a:tc>
                <a:tc>
                  <a:txBody>
                    <a:bodyPr/>
                    <a:lstStyle/>
                    <a:p>
                      <a:r>
                        <a:rPr sz="1575" b="1">
                          <a:solidFill>
                            <a:srgbClr val="FFFFFF"/>
                          </a:solidFill>
                          <a:latin typeface="Arial"/>
                          <a:ea typeface="Arial"/>
                          <a:cs typeface="Arial"/>
                        </a:rPr>
                        <a:t>Action</a:t>
                      </a:r>
                    </a:p>
                  </a:txBody>
                  <a:tcPr marL="91440" marR="91440" marT="45720" marB="45720">
                    <a:lnR w="6668">
                      <a:solidFill>
                        <a:srgbClr val="D8DDE8"/>
                      </a:solidFill>
                      <a:prstDash val="solid"/>
                    </a:lnR>
                    <a:lnT w="6668">
                      <a:solidFill>
                        <a:srgbClr val="D8DDE8"/>
                      </a:solidFill>
                      <a:prstDash val="solid"/>
                    </a:lnT>
                    <a:lnB w="6668">
                      <a:solidFill>
                        <a:srgbClr val="D8DDE8"/>
                      </a:solidFill>
                      <a:prstDash val="solid"/>
                    </a:lnB>
                    <a:solidFill>
                      <a:srgbClr val="2547D0"/>
                    </a:solidFill>
                  </a:tcPr>
                </a:tc>
                <a:tc>
                  <a:txBody>
                    <a:bodyPr/>
                    <a:lstStyle/>
                    <a:p>
                      <a:r>
                        <a:rPr sz="1575" b="1">
                          <a:solidFill>
                            <a:srgbClr val="FFFFFF"/>
                          </a:solidFill>
                          <a:latin typeface="Arial"/>
                          <a:ea typeface="Arial"/>
                          <a:cs typeface="Arial"/>
                        </a:rPr>
                        <a:t>Next best move</a:t>
                      </a:r>
                    </a:p>
                  </a:txBody>
                  <a:tcPr marL="91440" marR="91440" marT="45720" marB="45720">
                    <a:lnR w="6668">
                      <a:solidFill>
                        <a:srgbClr val="D8DDE8"/>
                      </a:solidFill>
                      <a:prstDash val="solid"/>
                    </a:lnR>
                    <a:lnT w="6668">
                      <a:solidFill>
                        <a:srgbClr val="D8DDE8"/>
                      </a:solidFill>
                      <a:prstDash val="solid"/>
                    </a:lnT>
                    <a:lnB w="6668">
                      <a:solidFill>
                        <a:srgbClr val="D8DDE8"/>
                      </a:solidFill>
                      <a:prstDash val="solid"/>
                    </a:lnB>
                    <a:solidFill>
                      <a:srgbClr val="2547D0"/>
                    </a:solidFill>
                  </a:tcPr>
                </a:tc>
              </a:tr>
              <a:tr h="539750">
                <a:tc>
                  <a:txBody>
                    <a:bodyPr/>
                    <a:lstStyle/>
                    <a:p>
                      <a:r>
                        <a:rPr sz="1575" b="0">
                          <a:solidFill>
                            <a:srgbClr val="152039"/>
                          </a:solidFill>
                          <a:latin typeface="Arial"/>
                          <a:ea typeface="Arial"/>
                          <a:cs typeface="Arial"/>
                        </a:rPr>
                        <a:t>Product manager</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Clarify intent and acceptance</a:t>
                      </a:r>
                    </a:p>
                  </a:txBody>
                  <a:tcPr marL="91440" marR="91440" marT="45720" marB="45720">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Propose a requirements topic</a:t>
                      </a:r>
                    </a:p>
                  </a:txBody>
                  <a:tcPr marL="91440" marR="91440" marT="45720" marB="45720">
                    <a:lnR w="6668">
                      <a:solidFill>
                        <a:srgbClr val="D8DDE8"/>
                      </a:solidFill>
                      <a:prstDash val="solid"/>
                    </a:lnR>
                    <a:lnB w="6668">
                      <a:solidFill>
                        <a:srgbClr val="D8DDE8"/>
                      </a:solidFill>
                      <a:prstDash val="solid"/>
                    </a:lnB>
                    <a:solidFill>
                      <a:srgbClr val="FFFFFF"/>
                    </a:solidFill>
                  </a:tcPr>
                </a:tc>
              </a:tr>
              <a:tr h="539750">
                <a:tc>
                  <a:txBody>
                    <a:bodyPr/>
                    <a:lstStyle/>
                    <a:p>
                      <a:r>
                        <a:rPr sz="1575" b="0">
                          <a:solidFill>
                            <a:srgbClr val="152039"/>
                          </a:solidFill>
                          <a:latin typeface="Arial"/>
                          <a:ea typeface="Arial"/>
                          <a:cs typeface="Arial"/>
                        </a:rPr>
                        <a:t>Architect</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Review architecture decisions</a:t>
                      </a:r>
                    </a:p>
                  </a:txBody>
                  <a:tcPr marL="91440" marR="91440" marT="45720" marB="45720">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Publish an independent proposal</a:t>
                      </a:r>
                    </a:p>
                  </a:txBody>
                  <a:tcPr marL="91440" marR="91440" marT="45720" marB="45720">
                    <a:lnR w="6668">
                      <a:solidFill>
                        <a:srgbClr val="D8DDE8"/>
                      </a:solidFill>
                      <a:prstDash val="solid"/>
                    </a:lnR>
                    <a:lnB w="6668">
                      <a:solidFill>
                        <a:srgbClr val="D8DDE8"/>
                      </a:solidFill>
                      <a:prstDash val="solid"/>
                    </a:lnB>
                    <a:solidFill>
                      <a:srgbClr val="FFFFFF"/>
                    </a:solidFill>
                  </a:tcPr>
                </a:tc>
              </a:tr>
              <a:tr h="539750">
                <a:tc>
                  <a:txBody>
                    <a:bodyPr/>
                    <a:lstStyle/>
                    <a:p>
                      <a:r>
                        <a:rPr sz="1575" b="0">
                          <a:solidFill>
                            <a:srgbClr val="152039"/>
                          </a:solidFill>
                          <a:latin typeface="Arial"/>
                          <a:ea typeface="Arial"/>
                          <a:cs typeface="Arial"/>
                        </a:rPr>
                        <a:t>Developer</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Plan implementation from sources</a:t>
                      </a:r>
                    </a:p>
                  </a:txBody>
                  <a:tcPr marL="91440" marR="91440" marT="45720" marB="45720">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Inspect sources or propose a change</a:t>
                      </a:r>
                    </a:p>
                  </a:txBody>
                  <a:tcPr marL="91440" marR="91440" marT="45720" marB="45720">
                    <a:lnR w="6668">
                      <a:solidFill>
                        <a:srgbClr val="D8DDE8"/>
                      </a:solidFill>
                      <a:prstDash val="solid"/>
                    </a:lnR>
                    <a:lnB w="6668">
                      <a:solidFill>
                        <a:srgbClr val="D8DDE8"/>
                      </a:solidFill>
                      <a:prstDash val="solid"/>
                    </a:lnB>
                    <a:solidFill>
                      <a:srgbClr val="FFFFFF"/>
                    </a:solidFill>
                  </a:tcPr>
                </a:tc>
              </a:tr>
              <a:tr h="539750">
                <a:tc>
                  <a:txBody>
                    <a:bodyPr/>
                    <a:lstStyle/>
                    <a:p>
                      <a:r>
                        <a:rPr sz="1575" b="0">
                          <a:solidFill>
                            <a:srgbClr val="152039"/>
                          </a:solidFill>
                          <a:latin typeface="Arial"/>
                          <a:ea typeface="Arial"/>
                          <a:cs typeface="Arial"/>
                        </a:rPr>
                        <a:t>QA engineer</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Turn constraints into checks</a:t>
                      </a:r>
                    </a:p>
                  </a:txBody>
                  <a:tcPr marL="91440" marR="91440" marT="45720" marB="45720">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Refresh work after a source update</a:t>
                      </a:r>
                    </a:p>
                  </a:txBody>
                  <a:tcPr marL="91440" marR="91440" marT="45720" marB="45720">
                    <a:lnR w="6668">
                      <a:solidFill>
                        <a:srgbClr val="D8DDE8"/>
                      </a:solidFill>
                      <a:prstDash val="solid"/>
                    </a:lnR>
                    <a:lnB w="6668">
                      <a:solidFill>
                        <a:srgbClr val="D8DDE8"/>
                      </a:solidFill>
                      <a:prstDash val="solid"/>
                    </a:lnB>
                    <a:solidFill>
                      <a:srgbClr val="FFFFFF"/>
                    </a:solidFill>
                  </a:tcPr>
                </a:tc>
              </a:tr>
              <a:tr h="539750">
                <a:tc>
                  <a:txBody>
                    <a:bodyPr/>
                    <a:lstStyle/>
                    <a:p>
                      <a:r>
                        <a:rPr sz="1575" b="0">
                          <a:solidFill>
                            <a:srgbClr val="152039"/>
                          </a:solidFill>
                          <a:latin typeface="Arial"/>
                          <a:ea typeface="Arial"/>
                          <a:cs typeface="Arial"/>
                        </a:rPr>
                        <a:t>Security</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Inspect policies and restricted context</a:t>
                      </a:r>
                    </a:p>
                  </a:txBody>
                  <a:tcPr marL="91440" marR="91440" marT="45720" marB="45720">
                    <a:lnR w="6668">
                      <a:solidFill>
                        <a:srgbClr val="D8DDE8"/>
                      </a:solidFill>
                      <a:prstDash val="solid"/>
                    </a:lnR>
                    <a:lnB w="6668">
                      <a:solidFill>
                        <a:srgbClr val="D8DDE8"/>
                      </a:solidFill>
                      <a:prstDash val="solid"/>
                    </a:lnB>
                    <a:solidFill>
                      <a:srgbClr val="FFFFFF"/>
                    </a:solidFill>
                  </a:tcPr>
                </a:tc>
                <a:tc>
                  <a:txBody>
                    <a:bodyPr/>
                    <a:lstStyle/>
                    <a:p>
                      <a:r>
                        <a:rPr sz="1575" b="0">
                          <a:solidFill>
                            <a:srgbClr val="152039"/>
                          </a:solidFill>
                          <a:latin typeface="Arial"/>
                          <a:ea typeface="Arial"/>
                          <a:cs typeface="Arial"/>
                        </a:rPr>
                        <a:t>Review guardrails in its domain</a:t>
                      </a:r>
                    </a:p>
                  </a:txBody>
                  <a:tcPr marL="91440" marR="91440" marT="45720" marB="45720">
                    <a:lnR w="6668">
                      <a:solidFill>
                        <a:srgbClr val="D8DDE8"/>
                      </a:solidFill>
                      <a:prstDash val="solid"/>
                    </a:lnR>
                    <a:lnB w="6668">
                      <a:solidFill>
                        <a:srgbClr val="D8DDE8"/>
                      </a:solidFill>
                      <a:prstDash val="solid"/>
                    </a:lnB>
                    <a:solidFill>
                      <a:srgbClr val="FFFFFF"/>
                    </a:solidFill>
                  </a:tcPr>
                </a:tc>
              </a:tr>
            </a:tbl>
          </a:graphicData>
        </a:graphic>
      </p:graphicFrame>
    </p:spTree>
    <p:extLst>
      <p:ext uri="{BB962C8B-B14F-4D97-AF65-F5344CB8AC3E}">
        <p14:creationId xmlns:p14="http://schemas.microsoft.com/office/powerpoint/2010/main" val="53286017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cxnSp>
        <p:nvCxnSpPr>
          <p:cNvPr id="121" name="">
            <a:extLst xmlns:a="http://schemas.openxmlformats.org/drawingml/2006/main">
              <a:ext uri="{FF2B5EF4-FFF2-40B4-BE49-F238E27FC236}">
                <a16:creationId xmlns:a16="http://schemas.microsoft.com/office/drawing/2014/main" id="{C2D6216E-BFB2-4E92-931F-1EEF14B9CEC9}"/>
              </a:ext>
            </a:extLst>
          </p:cNvPr>
          <p:cNvCxnSpPr>
            <a:stCxn xmlns:a="http://schemas.openxmlformats.org/drawingml/2006/main" id="117" idx="0"/>
            <a:endCxn xmlns:a="http://schemas.openxmlformats.org/drawingml/2006/main" id="114" idx="2"/>
          </p:cNvCxnSpPr>
          <p:nvPr/>
        </p:nvCxnSpPr>
        <p:spPr>
          <a:xfrm xmlns:a="http://schemas.openxmlformats.org/drawingml/2006/main" flipV="1">
            <a:off x="4619625" y="2590800"/>
            <a:ext cx="0" cy="828675"/>
          </a:xfrm>
          <a:prstGeom xmlns:a="http://schemas.openxmlformats.org/drawingml/2006/main" prst="straightConnector1">
            <a:avLst/>
          </a:prstGeom>
          <a:ln xmlns:a="http://schemas.openxmlformats.org/drawingml/2006/main" w="19050">
            <a:solidFill>
              <a:srgbClr val="2547D0"/>
            </a:solidFill>
            <a:tailEnd type="arrow" w="med" len="med"/>
          </a:ln>
        </p:spPr>
      </p:cxnSp>
      <p:cxnSp>
        <p:nvCxnSpPr>
          <p:cNvPr id="120" name="">
            <a:extLst xmlns:a="http://schemas.openxmlformats.org/drawingml/2006/main">
              <a:ext uri="{FF2B5EF4-FFF2-40B4-BE49-F238E27FC236}">
                <a16:creationId xmlns:a16="http://schemas.microsoft.com/office/drawing/2014/main" id="{6E742D04-BB38-4099-8E94-4693F41D9F5C}"/>
              </a:ext>
            </a:extLst>
          </p:cNvPr>
          <p:cNvCxnSpPr>
            <a:stCxn xmlns:a="http://schemas.openxmlformats.org/drawingml/2006/main" id="114" idx="3"/>
            <a:endCxn xmlns:a="http://schemas.openxmlformats.org/drawingml/2006/main" id="116" idx="1"/>
          </p:cNvCxnSpPr>
          <p:nvPr/>
        </p:nvCxnSpPr>
        <p:spPr>
          <a:xfrm xmlns:a="http://schemas.openxmlformats.org/drawingml/2006/main">
            <a:off x="5857875" y="2152650"/>
            <a:ext cx="809625" cy="1190625"/>
          </a:xfrm>
          <a:prstGeom xmlns:a="http://schemas.openxmlformats.org/drawingml/2006/main" prst="straightConnector1">
            <a:avLst/>
          </a:prstGeom>
          <a:ln xmlns:a="http://schemas.openxmlformats.org/drawingml/2006/main" w="19050">
            <a:solidFill>
              <a:srgbClr val="2547D0"/>
            </a:solidFill>
            <a:tailEnd type="arrow" w="med" len="med"/>
          </a:ln>
        </p:spPr>
      </p:cxnSp>
      <p:cxnSp>
        <p:nvCxnSpPr>
          <p:cNvPr id="119" name="">
            <a:extLst xmlns:a="http://schemas.openxmlformats.org/drawingml/2006/main">
              <a:ext uri="{FF2B5EF4-FFF2-40B4-BE49-F238E27FC236}">
                <a16:creationId xmlns:a16="http://schemas.microsoft.com/office/drawing/2014/main" id="{61263C4A-0542-47D4-9422-2E9625A2C85A}"/>
              </a:ext>
            </a:extLst>
          </p:cNvPr>
          <p:cNvCxnSpPr>
            <a:stCxn xmlns:a="http://schemas.openxmlformats.org/drawingml/2006/main" id="114" idx="3"/>
            <a:endCxn xmlns:a="http://schemas.openxmlformats.org/drawingml/2006/main" id="115" idx="1"/>
          </p:cNvCxnSpPr>
          <p:nvPr/>
        </p:nvCxnSpPr>
        <p:spPr>
          <a:xfrm xmlns:a="http://schemas.openxmlformats.org/drawingml/2006/main" flipV="1">
            <a:off x="5857875" y="1914525"/>
            <a:ext cx="809625" cy="238125"/>
          </a:xfrm>
          <a:prstGeom xmlns:a="http://schemas.openxmlformats.org/drawingml/2006/main" prst="straightConnector1">
            <a:avLst/>
          </a:prstGeom>
          <a:ln xmlns:a="http://schemas.openxmlformats.org/drawingml/2006/main" w="19050">
            <a:solidFill>
              <a:srgbClr val="2547D0"/>
            </a:solidFill>
            <a:tailEnd type="arrow" w="med" len="med"/>
          </a:ln>
        </p:spPr>
      </p:cxnSp>
      <p:cxnSp>
        <p:nvCxnSpPr>
          <p:cNvPr id="118" name="">
            <a:extLst xmlns:a="http://schemas.openxmlformats.org/drawingml/2006/main">
              <a:ext uri="{FF2B5EF4-FFF2-40B4-BE49-F238E27FC236}">
                <a16:creationId xmlns:a16="http://schemas.microsoft.com/office/drawing/2014/main" id="{03387ED1-65A8-4036-8DE1-0F173F8CDDAC}"/>
              </a:ext>
            </a:extLst>
          </p:cNvPr>
          <p:cNvCxnSpPr>
            <a:stCxn xmlns:a="http://schemas.openxmlformats.org/drawingml/2006/main" id="113" idx="3"/>
            <a:endCxn xmlns:a="http://schemas.openxmlformats.org/drawingml/2006/main" id="114" idx="1"/>
          </p:cNvCxnSpPr>
          <p:nvPr/>
        </p:nvCxnSpPr>
        <p:spPr>
          <a:xfrm xmlns:a="http://schemas.openxmlformats.org/drawingml/2006/main">
            <a:off x="2533650" y="2076450"/>
            <a:ext cx="847725" cy="76200"/>
          </a:xfrm>
          <a:prstGeom xmlns:a="http://schemas.openxmlformats.org/drawingml/2006/main" prst="straightConnector1">
            <a:avLst/>
          </a:prstGeom>
          <a:ln xmlns:a="http://schemas.openxmlformats.org/drawingml/2006/main" w="19050">
            <a:solidFill>
              <a:srgbClr val="2547D0"/>
            </a:solidFill>
            <a:tailEnd type="arrow" w="med" len="med"/>
          </a:ln>
        </p:spPr>
      </p:cxnSp>
      <p:pic>
        <p:nvPicPr>
          <p:cNvPr id="108" name="Google Shape;108;p20">
            <a:extLst xmlns:a="http://schemas.openxmlformats.org/drawingml/2006/main">
              <a:ext uri="{FF2B5EF4-FFF2-40B4-BE49-F238E27FC236}">
                <a16:creationId xmlns:a16="http://schemas.microsoft.com/office/drawing/2014/main" id="{3BD17BE9-B143-4F19-89A2-1EE747D82CF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e38e4d604534028">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09" name="Google Shape;109;p20">
            <a:extLst xmlns:a="http://schemas.openxmlformats.org/drawingml/2006/main">
              <a:ext uri="{FF2B5EF4-FFF2-40B4-BE49-F238E27FC236}">
                <a16:creationId xmlns:a16="http://schemas.microsoft.com/office/drawing/2014/main" id="{367332A6-F824-40A1-AE4B-18A3BCCE9188}"/>
              </a:ext>
            </a:extLst>
          </p:cNvPr>
          <p:cNvPicPr>
            <a:picLocks xmlns:a="http://schemas.openxmlformats.org/drawingml/2006/main" noChangeAspect="1"/>
          </p:cNvPicPr>
          <p:nvPr/>
        </p:nvPicPr>
        <p:blipFill>
          <a:blip xmlns:r="http://schemas.openxmlformats.org/officeDocument/2006/relationships" xmlns:a="http://schemas.openxmlformats.org/drawingml/2006/main" r:embed="R1c903777ab994cda">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0" name="Google Shape;110;p20">
            <a:extLst xmlns:a="http://schemas.openxmlformats.org/drawingml/2006/main">
              <a:ext uri="{FF2B5EF4-FFF2-40B4-BE49-F238E27FC236}">
                <a16:creationId xmlns:a16="http://schemas.microsoft.com/office/drawing/2014/main" id="{41A5D913-B45B-4340-AAB5-BF445EC17400}"/>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1" name="Google Shape;111;p20">
            <a:extLst xmlns:a="http://schemas.openxmlformats.org/drawingml/2006/main">
              <a:ext uri="{FF2B5EF4-FFF2-40B4-BE49-F238E27FC236}">
                <a16:creationId xmlns:a16="http://schemas.microsoft.com/office/drawing/2014/main" id="{F36F215D-B337-4FAE-82A8-4B645504423A}"/>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112" name="">
            <a:extLst xmlns:a="http://schemas.openxmlformats.org/drawingml/2006/main">
              <a:ext uri="{FF2B5EF4-FFF2-40B4-BE49-F238E27FC236}">
                <a16:creationId xmlns:a16="http://schemas.microsoft.com/office/drawing/2014/main" id="{EC5A96CF-ECC9-4E01-8DF7-346DCF33C516}"/>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Architecture of the deployed MVP</a:t>
            </a:r>
          </a:p>
        </p:txBody>
      </p:sp>
      <p:sp>
        <p:nvSpPr>
          <p:cNvPr id="113" name="">
            <a:extLst xmlns:a="http://schemas.openxmlformats.org/drawingml/2006/main">
              <a:ext uri="{FF2B5EF4-FFF2-40B4-BE49-F238E27FC236}">
                <a16:creationId xmlns:a16="http://schemas.microsoft.com/office/drawing/2014/main" id="{C75FACA3-6EBF-4418-976C-5AB8C54F7BC0}"/>
              </a:ext>
            </a:extLst>
          </p:cNvPr>
          <p:cNvSpPr>
            <a:spLocks xmlns:a="http://schemas.openxmlformats.org/drawingml/2006/main" noGrp="1"/>
          </p:cNvSpPr>
          <p:nvPr/>
        </p:nvSpPr>
        <p:spPr>
          <a:xfrm xmlns:a="http://schemas.openxmlformats.org/drawingml/2006/main">
            <a:off x="342900" y="1714500"/>
            <a:ext cx="2190750" cy="72390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Browser workspace</a:t>
            </a:r>
          </a:p>
        </p:txBody>
      </p:sp>
      <p:sp>
        <p:nvSpPr>
          <p:cNvPr id="114" name="">
            <a:extLst xmlns:a="http://schemas.openxmlformats.org/drawingml/2006/main">
              <a:ext uri="{FF2B5EF4-FFF2-40B4-BE49-F238E27FC236}">
                <a16:creationId xmlns:a16="http://schemas.microsoft.com/office/drawing/2014/main" id="{1AFD2166-FDF2-4714-BF26-98FFBAF539FD}"/>
              </a:ext>
            </a:extLst>
          </p:cNvPr>
          <p:cNvSpPr>
            <a:spLocks xmlns:a="http://schemas.openxmlformats.org/drawingml/2006/main" noGrp="1"/>
          </p:cNvSpPr>
          <p:nvPr/>
        </p:nvSpPr>
        <p:spPr>
          <a:xfrm xmlns:a="http://schemas.openxmlformats.org/drawingml/2006/main">
            <a:off x="3381375" y="1714500"/>
            <a:ext cx="2476500" cy="87630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Cloud Run</a:t>
            </a:r>
          </a:p>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FastAPI + governance</a:t>
            </a:r>
          </a:p>
        </p:txBody>
      </p:sp>
      <p:sp>
        <p:nvSpPr>
          <p:cNvPr id="115" name="">
            <a:extLst xmlns:a="http://schemas.openxmlformats.org/drawingml/2006/main">
              <a:ext uri="{FF2B5EF4-FFF2-40B4-BE49-F238E27FC236}">
                <a16:creationId xmlns:a16="http://schemas.microsoft.com/office/drawing/2014/main" id="{8E68F375-0FD0-4FA9-85A6-5C50575A4ECA}"/>
              </a:ext>
            </a:extLst>
          </p:cNvPr>
          <p:cNvSpPr>
            <a:spLocks xmlns:a="http://schemas.openxmlformats.org/drawingml/2006/main" noGrp="1"/>
          </p:cNvSpPr>
          <p:nvPr/>
        </p:nvSpPr>
        <p:spPr>
          <a:xfrm xmlns:a="http://schemas.openxmlformats.org/drawingml/2006/main">
            <a:off x="6667500" y="1476375"/>
            <a:ext cx="2143125" cy="87630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Firestore</a:t>
            </a:r>
          </a:p>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Shared revisions + audit</a:t>
            </a:r>
          </a:p>
        </p:txBody>
      </p:sp>
      <p:sp>
        <p:nvSpPr>
          <p:cNvPr id="116" name="">
            <a:extLst xmlns:a="http://schemas.openxmlformats.org/drawingml/2006/main">
              <a:ext uri="{FF2B5EF4-FFF2-40B4-BE49-F238E27FC236}">
                <a16:creationId xmlns:a16="http://schemas.microsoft.com/office/drawing/2014/main" id="{7FF3185B-DF81-48ED-B56E-8476CCF8878D}"/>
              </a:ext>
            </a:extLst>
          </p:cNvPr>
          <p:cNvSpPr>
            <a:spLocks xmlns:a="http://schemas.openxmlformats.org/drawingml/2006/main" noGrp="1"/>
          </p:cNvSpPr>
          <p:nvPr/>
        </p:nvSpPr>
        <p:spPr>
          <a:xfrm xmlns:a="http://schemas.openxmlformats.org/drawingml/2006/main">
            <a:off x="6667500" y="2905125"/>
            <a:ext cx="2143125" cy="87630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Vertex AI</a:t>
            </a:r>
          </a:p>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Gemini 2.5 Flash</a:t>
            </a:r>
          </a:p>
        </p:txBody>
      </p:sp>
      <p:sp>
        <p:nvSpPr>
          <p:cNvPr id="117" name="">
            <a:extLst xmlns:a="http://schemas.openxmlformats.org/drawingml/2006/main">
              <a:ext uri="{FF2B5EF4-FFF2-40B4-BE49-F238E27FC236}">
                <a16:creationId xmlns:a16="http://schemas.microsoft.com/office/drawing/2014/main" id="{1E7AE00C-9002-4FE3-AA05-E7288EF1004C}"/>
              </a:ext>
            </a:extLst>
          </p:cNvPr>
          <p:cNvSpPr>
            <a:spLocks xmlns:a="http://schemas.openxmlformats.org/drawingml/2006/main" noGrp="1"/>
          </p:cNvSpPr>
          <p:nvPr/>
        </p:nvSpPr>
        <p:spPr>
          <a:xfrm xmlns:a="http://schemas.openxmlformats.org/drawingml/2006/main">
            <a:off x="3381375" y="3419475"/>
            <a:ext cx="2476500" cy="876300"/>
          </a:xfrm>
          <a:prstGeom xmlns:a="http://schemas.openxmlformats.org/drawingml/2006/main" prst="rect">
            <a:avLst/>
          </a:prstGeom>
          <a:solidFill xmlns:a="http://schemas.openxmlformats.org/drawingml/2006/main">
            <a:srgbClr val="EEF1FC"/>
          </a:solidFill>
          <a:ln xmlns:a="http://schemas.openxmlformats.org/drawingml/2006/main" w="9525">
            <a:solidFill>
              <a:srgbClr val="2547D0"/>
            </a:solidFill>
          </a:ln>
        </p:spPr>
        <p:txBody>
          <a:bodyPr xmlns:a="http://schemas.openxmlformats.org/drawingml/2006/main" anchor="ctr"/>
          <a:lstStyle xmlns:a="http://schemas.openxmlformats.org/drawingml/2006/main">
            <a:defPPr algn="ctr">
              <a:defRPr sz="1725" b="1">
                <a:solidFill>
                  <a:srgbClr val="152039"/>
                </a:solidFill>
                <a:latin typeface="Arial"/>
                <a:ea typeface="Arial"/>
                <a:cs typeface="Arial"/>
              </a:defRPr>
            </a:defPPr>
            <a:lvl1pPr algn="ctr">
              <a:defRPr sz="1725" b="1">
                <a:solidFill>
                  <a:srgbClr val="152039"/>
                </a:solidFill>
                <a:latin typeface="Arial"/>
                <a:ea typeface="Arial"/>
                <a:cs typeface="Arial"/>
              </a:defRPr>
            </a:lvl1pPr>
            <a:lvl2pPr algn="ctr">
              <a:defRPr sz="1725" b="1">
                <a:solidFill>
                  <a:srgbClr val="152039"/>
                </a:solidFill>
                <a:latin typeface="Arial"/>
                <a:ea typeface="Arial"/>
                <a:cs typeface="Arial"/>
              </a:defRPr>
            </a:lvl2pPr>
            <a:lvl3pPr algn="ctr">
              <a:defRPr sz="1725" b="1">
                <a:solidFill>
                  <a:srgbClr val="152039"/>
                </a:solidFill>
                <a:latin typeface="Arial"/>
                <a:ea typeface="Arial"/>
                <a:cs typeface="Arial"/>
              </a:defRPr>
            </a:lvl3pPr>
            <a:lvl4pPr algn="ctr">
              <a:defRPr sz="1725" b="1">
                <a:solidFill>
                  <a:srgbClr val="152039"/>
                </a:solidFill>
                <a:latin typeface="Arial"/>
                <a:ea typeface="Arial"/>
                <a:cs typeface="Arial"/>
              </a:defRPr>
            </a:lvl4pPr>
            <a:lvl5pPr algn="ctr">
              <a:defRPr sz="1725" b="1">
                <a:solidFill>
                  <a:srgbClr val="152039"/>
                </a:solidFill>
                <a:latin typeface="Arial"/>
                <a:ea typeface="Arial"/>
                <a:cs typeface="Arial"/>
              </a:defRPr>
            </a:lvl5pPr>
            <a:lvl6pPr algn="ctr">
              <a:defRPr sz="1725" b="1">
                <a:solidFill>
                  <a:srgbClr val="152039"/>
                </a:solidFill>
                <a:latin typeface="Arial"/>
                <a:ea typeface="Arial"/>
                <a:cs typeface="Arial"/>
              </a:defRPr>
            </a:lvl6pPr>
            <a:lvl7pPr algn="ctr">
              <a:defRPr sz="1725" b="1">
                <a:solidFill>
                  <a:srgbClr val="152039"/>
                </a:solidFill>
                <a:latin typeface="Arial"/>
                <a:ea typeface="Arial"/>
                <a:cs typeface="Arial"/>
              </a:defRPr>
            </a:lvl7pPr>
            <a:lvl8pPr algn="ctr">
              <a:defRPr sz="1725" b="1">
                <a:solidFill>
                  <a:srgbClr val="152039"/>
                </a:solidFill>
                <a:latin typeface="Arial"/>
                <a:ea typeface="Arial"/>
                <a:cs typeface="Arial"/>
              </a:defRPr>
            </a:lvl8pPr>
            <a:lvl9pPr algn="ctr">
              <a:defRPr sz="1725" b="1">
                <a:solidFill>
                  <a:srgbClr val="152039"/>
                </a:solidFill>
                <a:latin typeface="Arial"/>
                <a:ea typeface="Arial"/>
                <a:cs typeface="Arial"/>
              </a:defRPr>
            </a:lvl9pPr>
          </a:lstStyle>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Team identity</a:t>
            </a:r>
          </a:p>
          <a:p xmlns:a="http://schemas.openxmlformats.org/drawingml/2006/main">
            <a:pPr algn="ctr">
              <a:defRPr sz="1725" b="1">
                <a:solidFill>
                  <a:srgbClr val="152039"/>
                </a:solidFill>
                <a:latin typeface="Arial"/>
                <a:ea typeface="Arial"/>
                <a:cs typeface="Arial"/>
              </a:defRPr>
            </a:pPr>
            <a:r>
              <a:rPr sz="1725" b="1">
                <a:solidFill>
                  <a:srgbClr val="152039"/>
                </a:solidFill>
                <a:latin typeface="Arial"/>
                <a:ea typeface="Arial"/>
                <a:cs typeface="Arial"/>
              </a:rPr>
              <a:t>Verified session + claims</a:t>
            </a:r>
          </a:p>
        </p:txBody>
      </p:sp>
      <p:sp>
        <p:nvSpPr>
          <p:cNvPr id="122" name="">
            <a:extLst xmlns:a="http://schemas.openxmlformats.org/drawingml/2006/main">
              <a:ext uri="{FF2B5EF4-FFF2-40B4-BE49-F238E27FC236}">
                <a16:creationId xmlns:a16="http://schemas.microsoft.com/office/drawing/2014/main" id="{EB4F2B48-0C1B-4150-A269-64FDE4E5151A}"/>
              </a:ext>
            </a:extLst>
          </p:cNvPr>
          <p:cNvSpPr>
            <a:spLocks xmlns:a="http://schemas.openxmlformats.org/drawingml/2006/main" noGrp="1"/>
          </p:cNvSpPr>
          <p:nvPr/>
        </p:nvSpPr>
        <p:spPr>
          <a:xfrm xmlns:a="http://schemas.openxmlformats.org/drawingml/2006/main">
            <a:off x="342900" y="4495800"/>
            <a:ext cx="838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547D0"/>
                </a:solidFill>
                <a:latin typeface="Arial"/>
                <a:ea typeface="Arial"/>
                <a:cs typeface="Arial"/>
              </a:defRPr>
            </a:defPPr>
            <a:lvl1pPr>
              <a:defRPr sz="1800" b="1">
                <a:solidFill>
                  <a:srgbClr val="2547D0"/>
                </a:solidFill>
                <a:latin typeface="Arial"/>
                <a:ea typeface="Arial"/>
                <a:cs typeface="Arial"/>
              </a:defRPr>
            </a:lvl1pPr>
            <a:lvl2pPr>
              <a:defRPr sz="1800" b="1">
                <a:solidFill>
                  <a:srgbClr val="2547D0"/>
                </a:solidFill>
                <a:latin typeface="Arial"/>
                <a:ea typeface="Arial"/>
                <a:cs typeface="Arial"/>
              </a:defRPr>
            </a:lvl2pPr>
            <a:lvl3pPr>
              <a:defRPr sz="1800" b="1">
                <a:solidFill>
                  <a:srgbClr val="2547D0"/>
                </a:solidFill>
                <a:latin typeface="Arial"/>
                <a:ea typeface="Arial"/>
                <a:cs typeface="Arial"/>
              </a:defRPr>
            </a:lvl3pPr>
            <a:lvl4pPr>
              <a:defRPr sz="1800" b="1">
                <a:solidFill>
                  <a:srgbClr val="2547D0"/>
                </a:solidFill>
                <a:latin typeface="Arial"/>
                <a:ea typeface="Arial"/>
                <a:cs typeface="Arial"/>
              </a:defRPr>
            </a:lvl4pPr>
            <a:lvl5pPr>
              <a:defRPr sz="1800" b="1">
                <a:solidFill>
                  <a:srgbClr val="2547D0"/>
                </a:solidFill>
                <a:latin typeface="Arial"/>
                <a:ea typeface="Arial"/>
                <a:cs typeface="Arial"/>
              </a:defRPr>
            </a:lvl5pPr>
            <a:lvl6pPr>
              <a:defRPr sz="1800" b="1">
                <a:solidFill>
                  <a:srgbClr val="2547D0"/>
                </a:solidFill>
                <a:latin typeface="Arial"/>
                <a:ea typeface="Arial"/>
                <a:cs typeface="Arial"/>
              </a:defRPr>
            </a:lvl6pPr>
            <a:lvl7pPr>
              <a:defRPr sz="1800" b="1">
                <a:solidFill>
                  <a:srgbClr val="2547D0"/>
                </a:solidFill>
                <a:latin typeface="Arial"/>
                <a:ea typeface="Arial"/>
                <a:cs typeface="Arial"/>
              </a:defRPr>
            </a:lvl7pPr>
            <a:lvl8pPr>
              <a:defRPr sz="1800" b="1">
                <a:solidFill>
                  <a:srgbClr val="2547D0"/>
                </a:solidFill>
                <a:latin typeface="Arial"/>
                <a:ea typeface="Arial"/>
                <a:cs typeface="Arial"/>
              </a:defRPr>
            </a:lvl8pPr>
            <a:lvl9pPr>
              <a:defRPr sz="1800" b="1">
                <a:solidFill>
                  <a:srgbClr val="2547D0"/>
                </a:solidFill>
                <a:latin typeface="Arial"/>
                <a:ea typeface="Arial"/>
                <a:cs typeface="Arial"/>
              </a:defRPr>
            </a:lvl9pPr>
          </a:lstStyle>
          <a:p xmlns:a="http://schemas.openxmlformats.org/drawingml/2006/main">
            <a:pPr>
              <a:defRPr sz="1800" b="1">
                <a:solidFill>
                  <a:srgbClr val="2547D0"/>
                </a:solidFill>
                <a:latin typeface="Arial"/>
                <a:ea typeface="Arial"/>
                <a:cs typeface="Arial"/>
              </a:defRPr>
            </a:pPr>
            <a:r>
              <a:rPr sz="1800" b="1">
                <a:solidFill>
                  <a:srgbClr val="2547D0"/>
                </a:solidFill>
                <a:latin typeface="Arial"/>
                <a:ea typeface="Arial"/>
                <a:cs typeface="Arial"/>
              </a:rPr>
              <a:t>Backend enforces permissions before retrieval and publication</a:t>
            </a:r>
          </a:p>
        </p:txBody>
      </p:sp>
    </p:spTree>
    <p:extLst>
      <p:ext uri="{BB962C8B-B14F-4D97-AF65-F5344CB8AC3E}">
        <p14:creationId xmlns:p14="http://schemas.microsoft.com/office/powerpoint/2010/main" val="46397976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16" name="Google Shape;116;p21">
            <a:extLst xmlns:a="http://schemas.openxmlformats.org/drawingml/2006/main">
              <a:ext uri="{FF2B5EF4-FFF2-40B4-BE49-F238E27FC236}">
                <a16:creationId xmlns:a16="http://schemas.microsoft.com/office/drawing/2014/main" id="{5453DAC6-270F-4D2E-852F-56C08BF1AF7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22df16a68254ef1">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17" name="Google Shape;117;p21">
            <a:extLst xmlns:a="http://schemas.openxmlformats.org/drawingml/2006/main">
              <a:ext uri="{FF2B5EF4-FFF2-40B4-BE49-F238E27FC236}">
                <a16:creationId xmlns:a16="http://schemas.microsoft.com/office/drawing/2014/main" id="{A052C3C5-2BE4-498B-A66A-C45197AAAC85}"/>
              </a:ext>
            </a:extLst>
          </p:cNvPr>
          <p:cNvPicPr>
            <a:picLocks xmlns:a="http://schemas.openxmlformats.org/drawingml/2006/main" noChangeAspect="1"/>
          </p:cNvPicPr>
          <p:nvPr/>
        </p:nvPicPr>
        <p:blipFill>
          <a:blip xmlns:r="http://schemas.openxmlformats.org/officeDocument/2006/relationships" xmlns:a="http://schemas.openxmlformats.org/drawingml/2006/main" r:embed="R3963d8c2049e40ca">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8" name="Google Shape;118;p21">
            <a:extLst xmlns:a="http://schemas.openxmlformats.org/drawingml/2006/main">
              <a:ext uri="{FF2B5EF4-FFF2-40B4-BE49-F238E27FC236}">
                <a16:creationId xmlns:a16="http://schemas.microsoft.com/office/drawing/2014/main" id="{D4DD3517-D90E-4271-B73A-E146D58DF38E}"/>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9" name="Google Shape;119;p21">
            <a:extLst xmlns:a="http://schemas.openxmlformats.org/drawingml/2006/main">
              <a:ext uri="{FF2B5EF4-FFF2-40B4-BE49-F238E27FC236}">
                <a16:creationId xmlns:a16="http://schemas.microsoft.com/office/drawing/2014/main" id="{0AE68E19-BB51-4E67-AEBD-F7993F409F5E}"/>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120" name="">
            <a:extLst xmlns:a="http://schemas.openxmlformats.org/drawingml/2006/main">
              <a:ext uri="{FF2B5EF4-FFF2-40B4-BE49-F238E27FC236}">
                <a16:creationId xmlns:a16="http://schemas.microsoft.com/office/drawing/2014/main" id="{C068ED53-5E9C-46D2-94EE-531448167C73}"/>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Technology choices</a:t>
            </a:r>
          </a:p>
        </p:txBody>
      </p:sp>
      <p:sp>
        <p:nvSpPr>
          <p:cNvPr id="121" name="">
            <a:extLst xmlns:a="http://schemas.openxmlformats.org/drawingml/2006/main">
              <a:ext uri="{FF2B5EF4-FFF2-40B4-BE49-F238E27FC236}">
                <a16:creationId xmlns:a16="http://schemas.microsoft.com/office/drawing/2014/main" id="{B75DE148-5A6C-424A-851B-8BAFB7928CE4}"/>
              </a:ext>
            </a:extLst>
          </p:cNvPr>
          <p:cNvSpPr>
            <a:spLocks xmlns:a="http://schemas.openxmlformats.org/drawingml/2006/main" noGrp="1"/>
          </p:cNvSpPr>
          <p:nvPr/>
        </p:nvSpPr>
        <p:spPr>
          <a:xfrm xmlns:a="http://schemas.openxmlformats.org/drawingml/2006/main">
            <a:off x="342900" y="16192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47D0"/>
                </a:solidFill>
                <a:latin typeface="Arial"/>
                <a:ea typeface="Arial"/>
                <a:cs typeface="Arial"/>
              </a:defRPr>
            </a:defPPr>
            <a:lvl1pPr>
              <a:defRPr sz="2250" b="1">
                <a:solidFill>
                  <a:srgbClr val="2547D0"/>
                </a:solidFill>
                <a:latin typeface="Arial"/>
                <a:ea typeface="Arial"/>
                <a:cs typeface="Arial"/>
              </a:defRPr>
            </a:lvl1pPr>
            <a:lvl2pPr>
              <a:defRPr sz="2250" b="1">
                <a:solidFill>
                  <a:srgbClr val="2547D0"/>
                </a:solidFill>
                <a:latin typeface="Arial"/>
                <a:ea typeface="Arial"/>
                <a:cs typeface="Arial"/>
              </a:defRPr>
            </a:lvl2pPr>
            <a:lvl3pPr>
              <a:defRPr sz="2250" b="1">
                <a:solidFill>
                  <a:srgbClr val="2547D0"/>
                </a:solidFill>
                <a:latin typeface="Arial"/>
                <a:ea typeface="Arial"/>
                <a:cs typeface="Arial"/>
              </a:defRPr>
            </a:lvl3pPr>
            <a:lvl4pPr>
              <a:defRPr sz="2250" b="1">
                <a:solidFill>
                  <a:srgbClr val="2547D0"/>
                </a:solidFill>
                <a:latin typeface="Arial"/>
                <a:ea typeface="Arial"/>
                <a:cs typeface="Arial"/>
              </a:defRPr>
            </a:lvl4pPr>
            <a:lvl5pPr>
              <a:defRPr sz="2250" b="1">
                <a:solidFill>
                  <a:srgbClr val="2547D0"/>
                </a:solidFill>
                <a:latin typeface="Arial"/>
                <a:ea typeface="Arial"/>
                <a:cs typeface="Arial"/>
              </a:defRPr>
            </a:lvl5pPr>
            <a:lvl6pPr>
              <a:defRPr sz="2250" b="1">
                <a:solidFill>
                  <a:srgbClr val="2547D0"/>
                </a:solidFill>
                <a:latin typeface="Arial"/>
                <a:ea typeface="Arial"/>
                <a:cs typeface="Arial"/>
              </a:defRPr>
            </a:lvl6pPr>
            <a:lvl7pPr>
              <a:defRPr sz="2250" b="1">
                <a:solidFill>
                  <a:srgbClr val="2547D0"/>
                </a:solidFill>
                <a:latin typeface="Arial"/>
                <a:ea typeface="Arial"/>
                <a:cs typeface="Arial"/>
              </a:defRPr>
            </a:lvl7pPr>
            <a:lvl8pPr>
              <a:defRPr sz="2250" b="1">
                <a:solidFill>
                  <a:srgbClr val="2547D0"/>
                </a:solidFill>
                <a:latin typeface="Arial"/>
                <a:ea typeface="Arial"/>
                <a:cs typeface="Arial"/>
              </a:defRPr>
            </a:lvl8pPr>
            <a:lvl9pPr>
              <a:defRPr sz="2250" b="1">
                <a:solidFill>
                  <a:srgbClr val="2547D0"/>
                </a:solidFill>
                <a:latin typeface="Arial"/>
                <a:ea typeface="Arial"/>
                <a:cs typeface="Arial"/>
              </a:defRPr>
            </a:lvl9pPr>
          </a:lstStyle>
          <a:p xmlns:a="http://schemas.openxmlformats.org/drawingml/2006/main">
            <a:pPr>
              <a:defRPr sz="2250" b="1">
                <a:solidFill>
                  <a:srgbClr val="2547D0"/>
                </a:solidFill>
                <a:latin typeface="Arial"/>
                <a:ea typeface="Arial"/>
                <a:cs typeface="Arial"/>
              </a:defRPr>
            </a:pPr>
            <a:r>
              <a:rPr sz="2250" b="1">
                <a:solidFill>
                  <a:srgbClr val="2547D0"/>
                </a:solidFill>
                <a:latin typeface="Arial"/>
                <a:ea typeface="Arial"/>
                <a:cs typeface="Arial"/>
              </a:rPr>
              <a:t>Experience</a:t>
            </a:r>
          </a:p>
        </p:txBody>
      </p:sp>
      <p:sp>
        <p:nvSpPr>
          <p:cNvPr id="122" name="">
            <a:extLst xmlns:a="http://schemas.openxmlformats.org/drawingml/2006/main">
              <a:ext uri="{FF2B5EF4-FFF2-40B4-BE49-F238E27FC236}">
                <a16:creationId xmlns:a16="http://schemas.microsoft.com/office/drawing/2014/main" id="{6EF2520E-831D-466F-9696-313A1BD54EE6}"/>
              </a:ext>
            </a:extLst>
          </p:cNvPr>
          <p:cNvSpPr>
            <a:spLocks xmlns:a="http://schemas.openxmlformats.org/drawingml/2006/main" noGrp="1"/>
          </p:cNvSpPr>
          <p:nvPr/>
        </p:nvSpPr>
        <p:spPr>
          <a:xfrm xmlns:a="http://schemas.openxmlformats.org/drawingml/2006/main">
            <a:off x="342900" y="22288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HTML, CSS and JavaScript</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Responsive, buildless UI</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Scoped actions</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Source inspector</a:t>
            </a:r>
          </a:p>
        </p:txBody>
      </p:sp>
      <p:sp>
        <p:nvSpPr>
          <p:cNvPr id="123" name="">
            <a:extLst xmlns:a="http://schemas.openxmlformats.org/drawingml/2006/main">
              <a:ext uri="{FF2B5EF4-FFF2-40B4-BE49-F238E27FC236}">
                <a16:creationId xmlns:a16="http://schemas.microsoft.com/office/drawing/2014/main" id="{53356EA5-927C-4C83-AFD4-F071995C4D8F}"/>
              </a:ext>
            </a:extLst>
          </p:cNvPr>
          <p:cNvSpPr>
            <a:spLocks xmlns:a="http://schemas.openxmlformats.org/drawingml/2006/main" noGrp="1"/>
          </p:cNvSpPr>
          <p:nvPr/>
        </p:nvSpPr>
        <p:spPr>
          <a:xfrm xmlns:a="http://schemas.openxmlformats.org/drawingml/2006/main">
            <a:off x="3248025" y="16192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47D0"/>
                </a:solidFill>
                <a:latin typeface="Arial"/>
                <a:ea typeface="Arial"/>
                <a:cs typeface="Arial"/>
              </a:defRPr>
            </a:defPPr>
            <a:lvl1pPr>
              <a:defRPr sz="2250" b="1">
                <a:solidFill>
                  <a:srgbClr val="2547D0"/>
                </a:solidFill>
                <a:latin typeface="Arial"/>
                <a:ea typeface="Arial"/>
                <a:cs typeface="Arial"/>
              </a:defRPr>
            </a:lvl1pPr>
            <a:lvl2pPr>
              <a:defRPr sz="2250" b="1">
                <a:solidFill>
                  <a:srgbClr val="2547D0"/>
                </a:solidFill>
                <a:latin typeface="Arial"/>
                <a:ea typeface="Arial"/>
                <a:cs typeface="Arial"/>
              </a:defRPr>
            </a:lvl2pPr>
            <a:lvl3pPr>
              <a:defRPr sz="2250" b="1">
                <a:solidFill>
                  <a:srgbClr val="2547D0"/>
                </a:solidFill>
                <a:latin typeface="Arial"/>
                <a:ea typeface="Arial"/>
                <a:cs typeface="Arial"/>
              </a:defRPr>
            </a:lvl3pPr>
            <a:lvl4pPr>
              <a:defRPr sz="2250" b="1">
                <a:solidFill>
                  <a:srgbClr val="2547D0"/>
                </a:solidFill>
                <a:latin typeface="Arial"/>
                <a:ea typeface="Arial"/>
                <a:cs typeface="Arial"/>
              </a:defRPr>
            </a:lvl4pPr>
            <a:lvl5pPr>
              <a:defRPr sz="2250" b="1">
                <a:solidFill>
                  <a:srgbClr val="2547D0"/>
                </a:solidFill>
                <a:latin typeface="Arial"/>
                <a:ea typeface="Arial"/>
                <a:cs typeface="Arial"/>
              </a:defRPr>
            </a:lvl5pPr>
            <a:lvl6pPr>
              <a:defRPr sz="2250" b="1">
                <a:solidFill>
                  <a:srgbClr val="2547D0"/>
                </a:solidFill>
                <a:latin typeface="Arial"/>
                <a:ea typeface="Arial"/>
                <a:cs typeface="Arial"/>
              </a:defRPr>
            </a:lvl6pPr>
            <a:lvl7pPr>
              <a:defRPr sz="2250" b="1">
                <a:solidFill>
                  <a:srgbClr val="2547D0"/>
                </a:solidFill>
                <a:latin typeface="Arial"/>
                <a:ea typeface="Arial"/>
                <a:cs typeface="Arial"/>
              </a:defRPr>
            </a:lvl7pPr>
            <a:lvl8pPr>
              <a:defRPr sz="2250" b="1">
                <a:solidFill>
                  <a:srgbClr val="2547D0"/>
                </a:solidFill>
                <a:latin typeface="Arial"/>
                <a:ea typeface="Arial"/>
                <a:cs typeface="Arial"/>
              </a:defRPr>
            </a:lvl8pPr>
            <a:lvl9pPr>
              <a:defRPr sz="2250" b="1">
                <a:solidFill>
                  <a:srgbClr val="2547D0"/>
                </a:solidFill>
                <a:latin typeface="Arial"/>
                <a:ea typeface="Arial"/>
                <a:cs typeface="Arial"/>
              </a:defRPr>
            </a:lvl9pPr>
          </a:lstStyle>
          <a:p xmlns:a="http://schemas.openxmlformats.org/drawingml/2006/main">
            <a:pPr>
              <a:defRPr sz="2250" b="1">
                <a:solidFill>
                  <a:srgbClr val="2547D0"/>
                </a:solidFill>
                <a:latin typeface="Arial"/>
                <a:ea typeface="Arial"/>
                <a:cs typeface="Arial"/>
              </a:defRPr>
            </a:pPr>
            <a:r>
              <a:rPr sz="2250" b="1">
                <a:solidFill>
                  <a:srgbClr val="2547D0"/>
                </a:solidFill>
                <a:latin typeface="Arial"/>
                <a:ea typeface="Arial"/>
                <a:cs typeface="Arial"/>
              </a:rPr>
              <a:t>Application</a:t>
            </a:r>
          </a:p>
        </p:txBody>
      </p:sp>
      <p:sp>
        <p:nvSpPr>
          <p:cNvPr id="124" name="">
            <a:extLst xmlns:a="http://schemas.openxmlformats.org/drawingml/2006/main">
              <a:ext uri="{FF2B5EF4-FFF2-40B4-BE49-F238E27FC236}">
                <a16:creationId xmlns:a16="http://schemas.microsoft.com/office/drawing/2014/main" id="{40C43CC2-5D12-4F0A-B662-43DB5C83261E}"/>
              </a:ext>
            </a:extLst>
          </p:cNvPr>
          <p:cNvSpPr>
            <a:spLocks xmlns:a="http://schemas.openxmlformats.org/drawingml/2006/main" noGrp="1"/>
          </p:cNvSpPr>
          <p:nvPr/>
        </p:nvSpPr>
        <p:spPr>
          <a:xfrm xmlns:a="http://schemas.openxmlformats.org/drawingml/2006/main">
            <a:off x="3248025" y="22288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Python 3.14 + FastAPI</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Transactional rules</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Google Gen AI SDK</a:t>
            </a:r>
          </a:p>
        </p:txBody>
      </p:sp>
      <p:sp>
        <p:nvSpPr>
          <p:cNvPr id="125" name="">
            <a:extLst xmlns:a="http://schemas.openxmlformats.org/drawingml/2006/main">
              <a:ext uri="{FF2B5EF4-FFF2-40B4-BE49-F238E27FC236}">
                <a16:creationId xmlns:a16="http://schemas.microsoft.com/office/drawing/2014/main" id="{4ECEE584-9CB5-4C38-8DA9-0916158047A6}"/>
              </a:ext>
            </a:extLst>
          </p:cNvPr>
          <p:cNvSpPr>
            <a:spLocks xmlns:a="http://schemas.openxmlformats.org/drawingml/2006/main" noGrp="1"/>
          </p:cNvSpPr>
          <p:nvPr/>
        </p:nvSpPr>
        <p:spPr>
          <a:xfrm xmlns:a="http://schemas.openxmlformats.org/drawingml/2006/main">
            <a:off x="6153150" y="1619250"/>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1">
                <a:solidFill>
                  <a:srgbClr val="2547D0"/>
                </a:solidFill>
                <a:latin typeface="Arial"/>
                <a:ea typeface="Arial"/>
                <a:cs typeface="Arial"/>
              </a:defRPr>
            </a:defPPr>
            <a:lvl1pPr>
              <a:defRPr sz="2250" b="1">
                <a:solidFill>
                  <a:srgbClr val="2547D0"/>
                </a:solidFill>
                <a:latin typeface="Arial"/>
                <a:ea typeface="Arial"/>
                <a:cs typeface="Arial"/>
              </a:defRPr>
            </a:lvl1pPr>
            <a:lvl2pPr>
              <a:defRPr sz="2250" b="1">
                <a:solidFill>
                  <a:srgbClr val="2547D0"/>
                </a:solidFill>
                <a:latin typeface="Arial"/>
                <a:ea typeface="Arial"/>
                <a:cs typeface="Arial"/>
              </a:defRPr>
            </a:lvl2pPr>
            <a:lvl3pPr>
              <a:defRPr sz="2250" b="1">
                <a:solidFill>
                  <a:srgbClr val="2547D0"/>
                </a:solidFill>
                <a:latin typeface="Arial"/>
                <a:ea typeface="Arial"/>
                <a:cs typeface="Arial"/>
              </a:defRPr>
            </a:lvl3pPr>
            <a:lvl4pPr>
              <a:defRPr sz="2250" b="1">
                <a:solidFill>
                  <a:srgbClr val="2547D0"/>
                </a:solidFill>
                <a:latin typeface="Arial"/>
                <a:ea typeface="Arial"/>
                <a:cs typeface="Arial"/>
              </a:defRPr>
            </a:lvl4pPr>
            <a:lvl5pPr>
              <a:defRPr sz="2250" b="1">
                <a:solidFill>
                  <a:srgbClr val="2547D0"/>
                </a:solidFill>
                <a:latin typeface="Arial"/>
                <a:ea typeface="Arial"/>
                <a:cs typeface="Arial"/>
              </a:defRPr>
            </a:lvl5pPr>
            <a:lvl6pPr>
              <a:defRPr sz="2250" b="1">
                <a:solidFill>
                  <a:srgbClr val="2547D0"/>
                </a:solidFill>
                <a:latin typeface="Arial"/>
                <a:ea typeface="Arial"/>
                <a:cs typeface="Arial"/>
              </a:defRPr>
            </a:lvl6pPr>
            <a:lvl7pPr>
              <a:defRPr sz="2250" b="1">
                <a:solidFill>
                  <a:srgbClr val="2547D0"/>
                </a:solidFill>
                <a:latin typeface="Arial"/>
                <a:ea typeface="Arial"/>
                <a:cs typeface="Arial"/>
              </a:defRPr>
            </a:lvl7pPr>
            <a:lvl8pPr>
              <a:defRPr sz="2250" b="1">
                <a:solidFill>
                  <a:srgbClr val="2547D0"/>
                </a:solidFill>
                <a:latin typeface="Arial"/>
                <a:ea typeface="Arial"/>
                <a:cs typeface="Arial"/>
              </a:defRPr>
            </a:lvl8pPr>
            <a:lvl9pPr>
              <a:defRPr sz="2250" b="1">
                <a:solidFill>
                  <a:srgbClr val="2547D0"/>
                </a:solidFill>
                <a:latin typeface="Arial"/>
                <a:ea typeface="Arial"/>
                <a:cs typeface="Arial"/>
              </a:defRPr>
            </a:lvl9pPr>
          </a:lstStyle>
          <a:p xmlns:a="http://schemas.openxmlformats.org/drawingml/2006/main">
            <a:pPr>
              <a:defRPr sz="2250" b="1">
                <a:solidFill>
                  <a:srgbClr val="2547D0"/>
                </a:solidFill>
                <a:latin typeface="Arial"/>
                <a:ea typeface="Arial"/>
                <a:cs typeface="Arial"/>
              </a:defRPr>
            </a:pPr>
            <a:r>
              <a:rPr sz="2250" b="1">
                <a:solidFill>
                  <a:srgbClr val="2547D0"/>
                </a:solidFill>
                <a:latin typeface="Arial"/>
                <a:ea typeface="Arial"/>
                <a:cs typeface="Arial"/>
              </a:rPr>
              <a:t>Google Cloud</a:t>
            </a:r>
          </a:p>
        </p:txBody>
      </p:sp>
      <p:sp>
        <p:nvSpPr>
          <p:cNvPr id="126" name="">
            <a:extLst xmlns:a="http://schemas.openxmlformats.org/drawingml/2006/main">
              <a:ext uri="{FF2B5EF4-FFF2-40B4-BE49-F238E27FC236}">
                <a16:creationId xmlns:a16="http://schemas.microsoft.com/office/drawing/2014/main" id="{A7D00530-380D-44E5-88D3-0A3F9F636797}"/>
              </a:ext>
            </a:extLst>
          </p:cNvPr>
          <p:cNvSpPr>
            <a:spLocks xmlns:a="http://schemas.openxmlformats.org/drawingml/2006/main" noGrp="1"/>
          </p:cNvSpPr>
          <p:nvPr/>
        </p:nvSpPr>
        <p:spPr>
          <a:xfrm xmlns:a="http://schemas.openxmlformats.org/drawingml/2006/main">
            <a:off x="6153150" y="2228850"/>
            <a:ext cx="2667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Cloud Run</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Cloud Build</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Firestore Native</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Team sessions + Vertex AI</a:t>
            </a:r>
          </a:p>
        </p:txBody>
      </p:sp>
    </p:spTree>
    <p:extLst>
      <p:ext uri="{BB962C8B-B14F-4D97-AF65-F5344CB8AC3E}">
        <p14:creationId xmlns:p14="http://schemas.microsoft.com/office/powerpoint/2010/main" val="161651168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24" name="Google Shape;124;p22">
            <a:extLst xmlns:a="http://schemas.openxmlformats.org/drawingml/2006/main">
              <a:ext uri="{FF2B5EF4-FFF2-40B4-BE49-F238E27FC236}">
                <a16:creationId xmlns:a16="http://schemas.microsoft.com/office/drawing/2014/main" id="{371FCAA9-3CB9-4A62-9E0C-7DE4CAC8762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695b7258a834074">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25" name="Google Shape;125;p22">
            <a:extLst xmlns:a="http://schemas.openxmlformats.org/drawingml/2006/main">
              <a:ext uri="{FF2B5EF4-FFF2-40B4-BE49-F238E27FC236}">
                <a16:creationId xmlns:a16="http://schemas.microsoft.com/office/drawing/2014/main" id="{E2ED9B1F-7ABC-4B31-8647-40EA1D407029}"/>
              </a:ext>
            </a:extLst>
          </p:cNvPr>
          <p:cNvPicPr>
            <a:picLocks xmlns:a="http://schemas.openxmlformats.org/drawingml/2006/main" noChangeAspect="1"/>
          </p:cNvPicPr>
          <p:nvPr/>
        </p:nvPicPr>
        <p:blipFill>
          <a:blip xmlns:r="http://schemas.openxmlformats.org/officeDocument/2006/relationships" xmlns:a="http://schemas.openxmlformats.org/drawingml/2006/main" r:embed="Re34d1ab12b644ab8">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26" name="Google Shape;126;p22">
            <a:extLst xmlns:a="http://schemas.openxmlformats.org/drawingml/2006/main">
              <a:ext uri="{FF2B5EF4-FFF2-40B4-BE49-F238E27FC236}">
                <a16:creationId xmlns:a16="http://schemas.microsoft.com/office/drawing/2014/main" id="{0BC85290-8C84-44B0-BD71-49348D4B3D65}"/>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27" name="Google Shape;127;p22">
            <a:extLst xmlns:a="http://schemas.openxmlformats.org/drawingml/2006/main">
              <a:ext uri="{FF2B5EF4-FFF2-40B4-BE49-F238E27FC236}">
                <a16:creationId xmlns:a16="http://schemas.microsoft.com/office/drawing/2014/main" id="{62F29F08-17C8-4A9D-AD02-046CB20371B6}"/>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128" name="">
            <a:extLst xmlns:a="http://schemas.openxmlformats.org/drawingml/2006/main">
              <a:ext uri="{FF2B5EF4-FFF2-40B4-BE49-F238E27FC236}">
                <a16:creationId xmlns:a16="http://schemas.microsoft.com/office/drawing/2014/main" id="{D300AF13-FB92-40DA-B20B-F0D8665BE840}"/>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MVP cost and operating limits</a:t>
            </a:r>
          </a:p>
        </p:txBody>
      </p:sp>
      <p:sp>
        <p:nvSpPr>
          <p:cNvPr id="129" name="">
            <a:extLst xmlns:a="http://schemas.openxmlformats.org/drawingml/2006/main">
              <a:ext uri="{FF2B5EF4-FFF2-40B4-BE49-F238E27FC236}">
                <a16:creationId xmlns:a16="http://schemas.microsoft.com/office/drawing/2014/main" id="{7DB72B16-4787-4C44-BE0C-84723811FB62}"/>
              </a:ext>
            </a:extLst>
          </p:cNvPr>
          <p:cNvSpPr>
            <a:spLocks xmlns:a="http://schemas.openxmlformats.org/drawingml/2006/main" noGrp="1"/>
          </p:cNvSpPr>
          <p:nvPr/>
        </p:nvSpPr>
        <p:spPr>
          <a:xfrm xmlns:a="http://schemas.openxmlformats.org/drawingml/2006/main">
            <a:off x="342900" y="1524000"/>
            <a:ext cx="4572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2547D0"/>
                </a:solidFill>
                <a:latin typeface="Arial"/>
                <a:ea typeface="Arial"/>
                <a:cs typeface="Arial"/>
              </a:defRPr>
            </a:defPPr>
            <a:lvl1pPr>
              <a:defRPr sz="2550" b="1">
                <a:solidFill>
                  <a:srgbClr val="2547D0"/>
                </a:solidFill>
                <a:latin typeface="Arial"/>
                <a:ea typeface="Arial"/>
                <a:cs typeface="Arial"/>
              </a:defRPr>
            </a:lvl1pPr>
            <a:lvl2pPr>
              <a:defRPr sz="2550" b="1">
                <a:solidFill>
                  <a:srgbClr val="2547D0"/>
                </a:solidFill>
                <a:latin typeface="Arial"/>
                <a:ea typeface="Arial"/>
                <a:cs typeface="Arial"/>
              </a:defRPr>
            </a:lvl2pPr>
            <a:lvl3pPr>
              <a:defRPr sz="2550" b="1">
                <a:solidFill>
                  <a:srgbClr val="2547D0"/>
                </a:solidFill>
                <a:latin typeface="Arial"/>
                <a:ea typeface="Arial"/>
                <a:cs typeface="Arial"/>
              </a:defRPr>
            </a:lvl3pPr>
            <a:lvl4pPr>
              <a:defRPr sz="2550" b="1">
                <a:solidFill>
                  <a:srgbClr val="2547D0"/>
                </a:solidFill>
                <a:latin typeface="Arial"/>
                <a:ea typeface="Arial"/>
                <a:cs typeface="Arial"/>
              </a:defRPr>
            </a:lvl4pPr>
            <a:lvl5pPr>
              <a:defRPr sz="2550" b="1">
                <a:solidFill>
                  <a:srgbClr val="2547D0"/>
                </a:solidFill>
                <a:latin typeface="Arial"/>
                <a:ea typeface="Arial"/>
                <a:cs typeface="Arial"/>
              </a:defRPr>
            </a:lvl5pPr>
            <a:lvl6pPr>
              <a:defRPr sz="2550" b="1">
                <a:solidFill>
                  <a:srgbClr val="2547D0"/>
                </a:solidFill>
                <a:latin typeface="Arial"/>
                <a:ea typeface="Arial"/>
                <a:cs typeface="Arial"/>
              </a:defRPr>
            </a:lvl6pPr>
            <a:lvl7pPr>
              <a:defRPr sz="2550" b="1">
                <a:solidFill>
                  <a:srgbClr val="2547D0"/>
                </a:solidFill>
                <a:latin typeface="Arial"/>
                <a:ea typeface="Arial"/>
                <a:cs typeface="Arial"/>
              </a:defRPr>
            </a:lvl7pPr>
            <a:lvl8pPr>
              <a:defRPr sz="2550" b="1">
                <a:solidFill>
                  <a:srgbClr val="2547D0"/>
                </a:solidFill>
                <a:latin typeface="Arial"/>
                <a:ea typeface="Arial"/>
                <a:cs typeface="Arial"/>
              </a:defRPr>
            </a:lvl8pPr>
            <a:lvl9pPr>
              <a:defRPr sz="2550" b="1">
                <a:solidFill>
                  <a:srgbClr val="2547D0"/>
                </a:solidFill>
                <a:latin typeface="Arial"/>
                <a:ea typeface="Arial"/>
                <a:cs typeface="Arial"/>
              </a:defRPr>
            </a:lvl9pPr>
          </a:lstStyle>
          <a:p xmlns:a="http://schemas.openxmlformats.org/drawingml/2006/main">
            <a:pPr>
              <a:defRPr sz="2550" b="1">
                <a:solidFill>
                  <a:srgbClr val="2547D0"/>
                </a:solidFill>
                <a:latin typeface="Arial"/>
                <a:ea typeface="Arial"/>
                <a:cs typeface="Arial"/>
              </a:defRPr>
            </a:pPr>
            <a:r>
              <a:rPr sz="2550" b="1">
                <a:solidFill>
                  <a:srgbClr val="2547D0"/>
                </a:solidFill>
                <a:latin typeface="Arial"/>
                <a:ea typeface="Arial"/>
                <a:cs typeface="Arial"/>
              </a:rPr>
              <a:t>Costs follow usage</a:t>
            </a:r>
          </a:p>
        </p:txBody>
      </p:sp>
      <p:sp>
        <p:nvSpPr>
          <p:cNvPr id="130" name="">
            <a:extLst xmlns:a="http://schemas.openxmlformats.org/drawingml/2006/main">
              <a:ext uri="{FF2B5EF4-FFF2-40B4-BE49-F238E27FC236}">
                <a16:creationId xmlns:a16="http://schemas.microsoft.com/office/drawing/2014/main" id="{FF2B2C8E-0FC5-460D-A3A0-B318D690DFF0}"/>
              </a:ext>
            </a:extLst>
          </p:cNvPr>
          <p:cNvSpPr>
            <a:spLocks xmlns:a="http://schemas.openxmlformats.org/drawingml/2006/main" noGrp="1"/>
          </p:cNvSpPr>
          <p:nvPr/>
        </p:nvSpPr>
        <p:spPr>
          <a:xfrm xmlns:a="http://schemas.openxmlformats.org/drawingml/2006/main">
            <a:off x="342900" y="2266950"/>
            <a:ext cx="46672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52039"/>
                </a:solidFill>
                <a:latin typeface="Arial"/>
                <a:ea typeface="Arial"/>
                <a:cs typeface="Arial"/>
              </a:defRPr>
            </a:defPPr>
            <a:lvl1pPr>
              <a:defRPr sz="1875" b="0">
                <a:solidFill>
                  <a:srgbClr val="152039"/>
                </a:solidFill>
                <a:latin typeface="Arial"/>
                <a:ea typeface="Arial"/>
                <a:cs typeface="Arial"/>
              </a:defRPr>
            </a:lvl1pPr>
            <a:lvl2pPr>
              <a:defRPr sz="1875" b="0">
                <a:solidFill>
                  <a:srgbClr val="152039"/>
                </a:solidFill>
                <a:latin typeface="Arial"/>
                <a:ea typeface="Arial"/>
                <a:cs typeface="Arial"/>
              </a:defRPr>
            </a:lvl2pPr>
            <a:lvl3pPr>
              <a:defRPr sz="1875" b="0">
                <a:solidFill>
                  <a:srgbClr val="152039"/>
                </a:solidFill>
                <a:latin typeface="Arial"/>
                <a:ea typeface="Arial"/>
                <a:cs typeface="Arial"/>
              </a:defRPr>
            </a:lvl3pPr>
            <a:lvl4pPr>
              <a:defRPr sz="1875" b="0">
                <a:solidFill>
                  <a:srgbClr val="152039"/>
                </a:solidFill>
                <a:latin typeface="Arial"/>
                <a:ea typeface="Arial"/>
                <a:cs typeface="Arial"/>
              </a:defRPr>
            </a:lvl4pPr>
            <a:lvl5pPr>
              <a:defRPr sz="1875" b="0">
                <a:solidFill>
                  <a:srgbClr val="152039"/>
                </a:solidFill>
                <a:latin typeface="Arial"/>
                <a:ea typeface="Arial"/>
                <a:cs typeface="Arial"/>
              </a:defRPr>
            </a:lvl5pPr>
            <a:lvl6pPr>
              <a:defRPr sz="1875" b="0">
                <a:solidFill>
                  <a:srgbClr val="152039"/>
                </a:solidFill>
                <a:latin typeface="Arial"/>
                <a:ea typeface="Arial"/>
                <a:cs typeface="Arial"/>
              </a:defRPr>
            </a:lvl6pPr>
            <a:lvl7pPr>
              <a:defRPr sz="1875" b="0">
                <a:solidFill>
                  <a:srgbClr val="152039"/>
                </a:solidFill>
                <a:latin typeface="Arial"/>
                <a:ea typeface="Arial"/>
                <a:cs typeface="Arial"/>
              </a:defRPr>
            </a:lvl7pPr>
            <a:lvl8pPr>
              <a:defRPr sz="1875" b="0">
                <a:solidFill>
                  <a:srgbClr val="152039"/>
                </a:solidFill>
                <a:latin typeface="Arial"/>
                <a:ea typeface="Arial"/>
                <a:cs typeface="Arial"/>
              </a:defRPr>
            </a:lvl8pPr>
            <a:lvl9pPr>
              <a:defRPr sz="1875" b="0">
                <a:solidFill>
                  <a:srgbClr val="152039"/>
                </a:solidFill>
                <a:latin typeface="Arial"/>
                <a:ea typeface="Arial"/>
                <a:cs typeface="Arial"/>
              </a:defRPr>
            </a:lvl9pPr>
          </a:lstStyle>
          <a:p xmlns:a="http://schemas.openxmlformats.org/drawingml/2006/main">
            <a:pPr>
              <a:defRPr sz="1875" b="0">
                <a:solidFill>
                  <a:srgbClr val="152039"/>
                </a:solidFill>
                <a:latin typeface="Arial"/>
                <a:ea typeface="Arial"/>
                <a:cs typeface="Arial"/>
              </a:defRPr>
            </a:pPr>
            <a:r>
              <a:rPr sz="1875" b="0">
                <a:solidFill>
                  <a:srgbClr val="152039"/>
                </a:solidFill>
                <a:latin typeface="Arial"/>
                <a:ea typeface="Arial"/>
                <a:cs typeface="Arial"/>
              </a:rPr>
              <a:t>Cloud Run compute and builds</a:t>
            </a:r>
          </a:p>
          <a:p xmlns:a="http://schemas.openxmlformats.org/drawingml/2006/main">
            <a:pPr>
              <a:defRPr sz="1875" b="0">
                <a:solidFill>
                  <a:srgbClr val="152039"/>
                </a:solidFill>
                <a:latin typeface="Arial"/>
                <a:ea typeface="Arial"/>
                <a:cs typeface="Arial"/>
              </a:defRPr>
            </a:pPr>
            <a:r>
              <a:rPr sz="1875" b="0">
                <a:solidFill>
                  <a:srgbClr val="152039"/>
                </a:solidFill>
                <a:latin typeface="Arial"/>
                <a:ea typeface="Arial"/>
                <a:cs typeface="Arial"/>
              </a:rPr>
              <a:t>Firestore reads, writes and storage</a:t>
            </a:r>
          </a:p>
          <a:p xmlns:a="http://schemas.openxmlformats.org/drawingml/2006/main">
            <a:pPr>
              <a:defRPr sz="1875" b="0">
                <a:solidFill>
                  <a:srgbClr val="152039"/>
                </a:solidFill>
                <a:latin typeface="Arial"/>
                <a:ea typeface="Arial"/>
                <a:cs typeface="Arial"/>
              </a:defRPr>
            </a:pPr>
            <a:r>
              <a:rPr sz="1875" b="0">
                <a:solidFill>
                  <a:srgbClr val="152039"/>
                </a:solidFill>
                <a:latin typeface="Arial"/>
                <a:ea typeface="Arial"/>
                <a:cs typeface="Arial"/>
              </a:rPr>
              <a:t>Model input, output and thinking tokens</a:t>
            </a:r>
          </a:p>
        </p:txBody>
      </p:sp>
      <p:sp>
        <p:nvSpPr>
          <p:cNvPr id="131" name="">
            <a:extLst xmlns:a="http://schemas.openxmlformats.org/drawingml/2006/main">
              <a:ext uri="{FF2B5EF4-FFF2-40B4-BE49-F238E27FC236}">
                <a16:creationId xmlns:a16="http://schemas.microsoft.com/office/drawing/2014/main" id="{B04366DD-B3C4-4B79-8602-C8D4F521094A}"/>
              </a:ext>
            </a:extLst>
          </p:cNvPr>
          <p:cNvSpPr>
            <a:spLocks xmlns:a="http://schemas.openxmlformats.org/drawingml/2006/main" noGrp="1"/>
          </p:cNvSpPr>
          <p:nvPr/>
        </p:nvSpPr>
        <p:spPr>
          <a:xfrm xmlns:a="http://schemas.openxmlformats.org/drawingml/2006/main">
            <a:off x="5381625" y="1552575"/>
            <a:ext cx="3381375"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Current controls</a:t>
            </a:r>
          </a:p>
          <a:p xmlns:a="http://schemas.openxmlformats.org/drawingml/2006/main">
            <a:r>
              <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Scale to zero</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2 team instances; 1 demo instance</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50 model calls per workspace</a:t>
            </a:r>
          </a:p>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750 KB per workspace</a:t>
            </a:r>
          </a:p>
        </p:txBody>
      </p:sp>
      <p:sp>
        <p:nvSpPr>
          <p:cNvPr id="132" name="">
            <a:extLst xmlns:a="http://schemas.openxmlformats.org/drawingml/2006/main">
              <a:ext uri="{FF2B5EF4-FFF2-40B4-BE49-F238E27FC236}">
                <a16:creationId xmlns:a16="http://schemas.microsoft.com/office/drawing/2014/main" id="{3ECEDCB0-CDB5-4527-9DAA-289119C5265A}"/>
              </a:ext>
            </a:extLst>
          </p:cNvPr>
          <p:cNvSpPr>
            <a:spLocks xmlns:a="http://schemas.openxmlformats.org/drawingml/2006/main" noGrp="1"/>
          </p:cNvSpPr>
          <p:nvPr/>
        </p:nvSpPr>
        <p:spPr>
          <a:xfrm xmlns:a="http://schemas.openxmlformats.org/drawingml/2006/main">
            <a:off x="342900" y="4324350"/>
            <a:ext cx="8429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36078"/>
                </a:solidFill>
                <a:latin typeface="Arial"/>
                <a:ea typeface="Arial"/>
                <a:cs typeface="Arial"/>
              </a:defRPr>
            </a:defPPr>
            <a:lvl1pPr>
              <a:defRPr sz="1650" b="0">
                <a:solidFill>
                  <a:srgbClr val="536078"/>
                </a:solidFill>
                <a:latin typeface="Arial"/>
                <a:ea typeface="Arial"/>
                <a:cs typeface="Arial"/>
              </a:defRPr>
            </a:lvl1pPr>
            <a:lvl2pPr>
              <a:defRPr sz="1650" b="0">
                <a:solidFill>
                  <a:srgbClr val="536078"/>
                </a:solidFill>
                <a:latin typeface="Arial"/>
                <a:ea typeface="Arial"/>
                <a:cs typeface="Arial"/>
              </a:defRPr>
            </a:lvl2pPr>
            <a:lvl3pPr>
              <a:defRPr sz="1650" b="0">
                <a:solidFill>
                  <a:srgbClr val="536078"/>
                </a:solidFill>
                <a:latin typeface="Arial"/>
                <a:ea typeface="Arial"/>
                <a:cs typeface="Arial"/>
              </a:defRPr>
            </a:lvl3pPr>
            <a:lvl4pPr>
              <a:defRPr sz="1650" b="0">
                <a:solidFill>
                  <a:srgbClr val="536078"/>
                </a:solidFill>
                <a:latin typeface="Arial"/>
                <a:ea typeface="Arial"/>
                <a:cs typeface="Arial"/>
              </a:defRPr>
            </a:lvl4pPr>
            <a:lvl5pPr>
              <a:defRPr sz="1650" b="0">
                <a:solidFill>
                  <a:srgbClr val="536078"/>
                </a:solidFill>
                <a:latin typeface="Arial"/>
                <a:ea typeface="Arial"/>
                <a:cs typeface="Arial"/>
              </a:defRPr>
            </a:lvl5pPr>
            <a:lvl6pPr>
              <a:defRPr sz="1650" b="0">
                <a:solidFill>
                  <a:srgbClr val="536078"/>
                </a:solidFill>
                <a:latin typeface="Arial"/>
                <a:ea typeface="Arial"/>
                <a:cs typeface="Arial"/>
              </a:defRPr>
            </a:lvl6pPr>
            <a:lvl7pPr>
              <a:defRPr sz="1650" b="0">
                <a:solidFill>
                  <a:srgbClr val="536078"/>
                </a:solidFill>
                <a:latin typeface="Arial"/>
                <a:ea typeface="Arial"/>
                <a:cs typeface="Arial"/>
              </a:defRPr>
            </a:lvl7pPr>
            <a:lvl8pPr>
              <a:defRPr sz="1650" b="0">
                <a:solidFill>
                  <a:srgbClr val="536078"/>
                </a:solidFill>
                <a:latin typeface="Arial"/>
                <a:ea typeface="Arial"/>
                <a:cs typeface="Arial"/>
              </a:defRPr>
            </a:lvl8pPr>
            <a:lvl9pPr>
              <a:defRPr sz="1650" b="0">
                <a:solidFill>
                  <a:srgbClr val="536078"/>
                </a:solidFill>
                <a:latin typeface="Arial"/>
                <a:ea typeface="Arial"/>
                <a:cs typeface="Arial"/>
              </a:defRPr>
            </a:lvl9pPr>
          </a:lstStyle>
          <a:p xmlns:a="http://schemas.openxmlformats.org/drawingml/2006/main">
            <a:pPr>
              <a:defRPr sz="1650" b="0">
                <a:solidFill>
                  <a:srgbClr val="536078"/>
                </a:solidFill>
                <a:latin typeface="Arial"/>
                <a:ea typeface="Arial"/>
                <a:cs typeface="Arial"/>
              </a:defRPr>
            </a:pPr>
            <a:r>
              <a:rPr sz="1650" b="0">
                <a:solidFill>
                  <a:srgbClr val="536078"/>
                </a:solidFill>
                <a:latin typeface="Arial"/>
                <a:ea typeface="Arial"/>
                <a:cs typeface="Arial"/>
              </a:rPr>
              <a:t>No measured monthly bill yet. Public walkthroughs make no live AI calls.</a:t>
            </a:r>
          </a:p>
        </p:txBody>
      </p:sp>
    </p:spTree>
    <p:extLst>
      <p:ext uri="{BB962C8B-B14F-4D97-AF65-F5344CB8AC3E}">
        <p14:creationId xmlns:p14="http://schemas.microsoft.com/office/powerpoint/2010/main" val="1573435211"/>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32" name="Google Shape;132;p23">
            <a:extLst xmlns:a="http://schemas.openxmlformats.org/drawingml/2006/main">
              <a:ext uri="{FF2B5EF4-FFF2-40B4-BE49-F238E27FC236}">
                <a16:creationId xmlns:a16="http://schemas.microsoft.com/office/drawing/2014/main" id="{DA0D8C48-3A47-417B-A04A-014B3DD385D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633237953634180">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33" name="Google Shape;133;p23">
            <a:extLst xmlns:a="http://schemas.openxmlformats.org/drawingml/2006/main">
              <a:ext uri="{FF2B5EF4-FFF2-40B4-BE49-F238E27FC236}">
                <a16:creationId xmlns:a16="http://schemas.microsoft.com/office/drawing/2014/main" id="{AF8DA08D-F753-4092-885B-7220B7753B40}"/>
              </a:ext>
            </a:extLst>
          </p:cNvPr>
          <p:cNvPicPr>
            <a:picLocks xmlns:a="http://schemas.openxmlformats.org/drawingml/2006/main" noChangeAspect="1"/>
          </p:cNvPicPr>
          <p:nvPr/>
        </p:nvPicPr>
        <p:blipFill>
          <a:blip xmlns:r="http://schemas.openxmlformats.org/officeDocument/2006/relationships" xmlns:a="http://schemas.openxmlformats.org/drawingml/2006/main" r:embed="Re46d2f8a9f284209">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34" name="Google Shape;134;p23">
            <a:extLst xmlns:a="http://schemas.openxmlformats.org/drawingml/2006/main">
              <a:ext uri="{FF2B5EF4-FFF2-40B4-BE49-F238E27FC236}">
                <a16:creationId xmlns:a16="http://schemas.microsoft.com/office/drawing/2014/main" id="{6243C967-4070-4AE4-8B1C-96BDAB69CA40}"/>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35" name="Google Shape;135;p23">
            <a:extLst xmlns:a="http://schemas.openxmlformats.org/drawingml/2006/main">
              <a:ext uri="{FF2B5EF4-FFF2-40B4-BE49-F238E27FC236}">
                <a16:creationId xmlns:a16="http://schemas.microsoft.com/office/drawing/2014/main" id="{E846CEB2-83A5-422D-B3A9-5A884012EB86}"/>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136" name="">
            <a:extLst xmlns:a="http://schemas.openxmlformats.org/drawingml/2006/main">
              <a:ext uri="{FF2B5EF4-FFF2-40B4-BE49-F238E27FC236}">
                <a16:creationId xmlns:a16="http://schemas.microsoft.com/office/drawing/2014/main" id="{5E56F7AF-577F-4F15-B4CC-BA0E1DF334C0}"/>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Prototype: an actionable project overview</a:t>
            </a:r>
          </a:p>
        </p:txBody>
      </p:sp>
      <p:pic>
        <p:nvPicPr>
          <p:cNvPr id="137" name="">
            <a:extLst xmlns:a="http://schemas.openxmlformats.org/drawingml/2006/main">
              <a:ext uri="{FF2B5EF4-FFF2-40B4-BE49-F238E27FC236}">
                <a16:creationId xmlns:a16="http://schemas.microsoft.com/office/drawing/2014/main" id="{8179C060-E2CF-42BC-9CE2-0C93EAD41B77}"/>
              </a:ext>
            </a:extLst>
          </p:cNvPr>
          <p:cNvPicPr>
            <a:picLocks xmlns:a="http://schemas.openxmlformats.org/drawingml/2006/main" noChangeAspect="1"/>
          </p:cNvPicPr>
          <p:nvPr/>
        </p:nvPicPr>
        <p:blipFill>
          <a:blip xmlns:r="http://schemas.openxmlformats.org/officeDocument/2006/relationships" xmlns:a="http://schemas.openxmlformats.org/drawingml/2006/main" r:embed="R607080f483db400c"/>
          <a:stretch xmlns:a="http://schemas.openxmlformats.org/drawingml/2006/main"/>
        </p:blipFill>
        <p:spPr>
          <a:xfrm xmlns:a="http://schemas.openxmlformats.org/drawingml/2006/main">
            <a:off x="529696" y="1409700"/>
            <a:ext cx="5960533" cy="3352800"/>
          </a:xfrm>
          <a:prstGeom xmlns:a="http://schemas.openxmlformats.org/drawingml/2006/main" prst="rect">
            <a:avLst/>
          </a:prstGeom>
        </p:spPr>
      </p:pic>
      <p:sp>
        <p:nvSpPr>
          <p:cNvPr id="138" name="">
            <a:extLst xmlns:a="http://schemas.openxmlformats.org/drawingml/2006/main">
              <a:ext uri="{FF2B5EF4-FFF2-40B4-BE49-F238E27FC236}">
                <a16:creationId xmlns:a16="http://schemas.microsoft.com/office/drawing/2014/main" id="{27D8C979-7E50-440F-A4CC-6CD84CA1F2D8}"/>
              </a:ext>
            </a:extLst>
          </p:cNvPr>
          <p:cNvSpPr>
            <a:spLocks xmlns:a="http://schemas.openxmlformats.org/drawingml/2006/main" noGrp="1"/>
          </p:cNvSpPr>
          <p:nvPr/>
        </p:nvSpPr>
        <p:spPr>
          <a:xfrm xmlns:a="http://schemas.openxmlformats.org/drawingml/2006/main">
            <a:off x="6953250" y="1847850"/>
            <a:ext cx="1809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2547D0"/>
                </a:solidFill>
                <a:latin typeface="Arial"/>
                <a:ea typeface="Arial"/>
                <a:cs typeface="Arial"/>
              </a:defRPr>
            </a:defPPr>
            <a:lvl1pPr>
              <a:defRPr sz="1875" b="1">
                <a:solidFill>
                  <a:srgbClr val="2547D0"/>
                </a:solidFill>
                <a:latin typeface="Arial"/>
                <a:ea typeface="Arial"/>
                <a:cs typeface="Arial"/>
              </a:defRPr>
            </a:lvl1pPr>
            <a:lvl2pPr>
              <a:defRPr sz="1875" b="1">
                <a:solidFill>
                  <a:srgbClr val="2547D0"/>
                </a:solidFill>
                <a:latin typeface="Arial"/>
                <a:ea typeface="Arial"/>
                <a:cs typeface="Arial"/>
              </a:defRPr>
            </a:lvl2pPr>
            <a:lvl3pPr>
              <a:defRPr sz="1875" b="1">
                <a:solidFill>
                  <a:srgbClr val="2547D0"/>
                </a:solidFill>
                <a:latin typeface="Arial"/>
                <a:ea typeface="Arial"/>
                <a:cs typeface="Arial"/>
              </a:defRPr>
            </a:lvl3pPr>
            <a:lvl4pPr>
              <a:defRPr sz="1875" b="1">
                <a:solidFill>
                  <a:srgbClr val="2547D0"/>
                </a:solidFill>
                <a:latin typeface="Arial"/>
                <a:ea typeface="Arial"/>
                <a:cs typeface="Arial"/>
              </a:defRPr>
            </a:lvl4pPr>
            <a:lvl5pPr>
              <a:defRPr sz="1875" b="1">
                <a:solidFill>
                  <a:srgbClr val="2547D0"/>
                </a:solidFill>
                <a:latin typeface="Arial"/>
                <a:ea typeface="Arial"/>
                <a:cs typeface="Arial"/>
              </a:defRPr>
            </a:lvl5pPr>
            <a:lvl6pPr>
              <a:defRPr sz="1875" b="1">
                <a:solidFill>
                  <a:srgbClr val="2547D0"/>
                </a:solidFill>
                <a:latin typeface="Arial"/>
                <a:ea typeface="Arial"/>
                <a:cs typeface="Arial"/>
              </a:defRPr>
            </a:lvl6pPr>
            <a:lvl7pPr>
              <a:defRPr sz="1875" b="1">
                <a:solidFill>
                  <a:srgbClr val="2547D0"/>
                </a:solidFill>
                <a:latin typeface="Arial"/>
                <a:ea typeface="Arial"/>
                <a:cs typeface="Arial"/>
              </a:defRPr>
            </a:lvl7pPr>
            <a:lvl8pPr>
              <a:defRPr sz="1875" b="1">
                <a:solidFill>
                  <a:srgbClr val="2547D0"/>
                </a:solidFill>
                <a:latin typeface="Arial"/>
                <a:ea typeface="Arial"/>
                <a:cs typeface="Arial"/>
              </a:defRPr>
            </a:lvl8pPr>
            <a:lvl9pPr>
              <a:defRPr sz="1875" b="1">
                <a:solidFill>
                  <a:srgbClr val="2547D0"/>
                </a:solidFill>
                <a:latin typeface="Arial"/>
                <a:ea typeface="Arial"/>
                <a:cs typeface="Arial"/>
              </a:defRPr>
            </a:lvl9pPr>
          </a:lstStyle>
          <a:p xmlns:a="http://schemas.openxmlformats.org/drawingml/2006/main">
            <a:pPr>
              <a:defRPr sz="1875" b="1">
                <a:solidFill>
                  <a:srgbClr val="2547D0"/>
                </a:solidFill>
                <a:latin typeface="Arial"/>
                <a:ea typeface="Arial"/>
                <a:cs typeface="Arial"/>
              </a:defRPr>
            </a:pPr>
            <a:r>
              <a:rPr sz="1875" b="1">
                <a:solidFill>
                  <a:srgbClr val="2547D0"/>
                </a:solidFill>
                <a:latin typeface="Arial"/>
                <a:ea typeface="Arial"/>
                <a:cs typeface="Arial"/>
              </a:rPr>
              <a:t>Inspect priorities</a:t>
            </a:r>
          </a:p>
          <a:p xmlns:a="http://schemas.openxmlformats.org/drawingml/2006/main">
            <a:r>
              <a:t/>
            </a:r>
          </a:p>
          <a:p xmlns:a="http://schemas.openxmlformats.org/drawingml/2006/main">
            <a:pPr>
              <a:defRPr sz="1875" b="1">
                <a:solidFill>
                  <a:srgbClr val="2547D0"/>
                </a:solidFill>
                <a:latin typeface="Arial"/>
                <a:ea typeface="Arial"/>
                <a:cs typeface="Arial"/>
              </a:defRPr>
            </a:pPr>
            <a:r>
              <a:rPr sz="1875" b="1">
                <a:solidFill>
                  <a:srgbClr val="2547D0"/>
                </a:solidFill>
                <a:latin typeface="Arial"/>
                <a:ea typeface="Arial"/>
                <a:cs typeface="Arial"/>
              </a:rPr>
              <a:t>Open the right work</a:t>
            </a:r>
          </a:p>
          <a:p xmlns:a="http://schemas.openxmlformats.org/drawingml/2006/main">
            <a:r>
              <a:t/>
            </a:r>
          </a:p>
          <a:p xmlns:a="http://schemas.openxmlformats.org/drawingml/2006/main">
            <a:pPr>
              <a:defRPr sz="1875" b="1">
                <a:solidFill>
                  <a:srgbClr val="2547D0"/>
                </a:solidFill>
                <a:latin typeface="Arial"/>
                <a:ea typeface="Arial"/>
                <a:cs typeface="Arial"/>
              </a:defRPr>
            </a:pPr>
            <a:r>
              <a:rPr sz="1875" b="1">
                <a:solidFill>
                  <a:srgbClr val="2547D0"/>
                </a:solidFill>
                <a:latin typeface="Arial"/>
                <a:ea typeface="Arial"/>
                <a:cs typeface="Arial"/>
              </a:rPr>
              <a:t>Trace recent actions</a:t>
            </a:r>
          </a:p>
        </p:txBody>
      </p:sp>
    </p:spTree>
    <p:extLst>
      <p:ext uri="{BB962C8B-B14F-4D97-AF65-F5344CB8AC3E}">
        <p14:creationId xmlns:p14="http://schemas.microsoft.com/office/powerpoint/2010/main" val="1803939499"/>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40" name="Google Shape;140;p24">
            <a:extLst xmlns:a="http://schemas.openxmlformats.org/drawingml/2006/main">
              <a:ext uri="{FF2B5EF4-FFF2-40B4-BE49-F238E27FC236}">
                <a16:creationId xmlns:a16="http://schemas.microsoft.com/office/drawing/2014/main" id="{FE1A47B3-1966-462B-B4B5-3C970C08AD7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a3c96edd16841c3">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41" name="Google Shape;141;p24">
            <a:extLst xmlns:a="http://schemas.openxmlformats.org/drawingml/2006/main">
              <a:ext uri="{FF2B5EF4-FFF2-40B4-BE49-F238E27FC236}">
                <a16:creationId xmlns:a16="http://schemas.microsoft.com/office/drawing/2014/main" id="{5AD407A3-2B57-4634-B97B-4CFD02DAE2D1}"/>
              </a:ext>
            </a:extLst>
          </p:cNvPr>
          <p:cNvPicPr>
            <a:picLocks xmlns:a="http://schemas.openxmlformats.org/drawingml/2006/main" noChangeAspect="1"/>
          </p:cNvPicPr>
          <p:nvPr/>
        </p:nvPicPr>
        <p:blipFill>
          <a:blip xmlns:r="http://schemas.openxmlformats.org/officeDocument/2006/relationships" xmlns:a="http://schemas.openxmlformats.org/drawingml/2006/main" r:embed="R20adb0acfa3249b3">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42" name="Google Shape;142;p24">
            <a:extLst xmlns:a="http://schemas.openxmlformats.org/drawingml/2006/main">
              <a:ext uri="{FF2B5EF4-FFF2-40B4-BE49-F238E27FC236}">
                <a16:creationId xmlns:a16="http://schemas.microsoft.com/office/drawing/2014/main" id="{6148CCCE-5268-4BC2-8237-A8ACF7B3B9E1}"/>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3" name="Google Shape;143;p24">
            <a:extLst xmlns:a="http://schemas.openxmlformats.org/drawingml/2006/main">
              <a:ext uri="{FF2B5EF4-FFF2-40B4-BE49-F238E27FC236}">
                <a16:creationId xmlns:a16="http://schemas.microsoft.com/office/drawing/2014/main" id="{8B88FFFC-7B01-4DB1-90A1-C65A5451FA12}"/>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144" name="">
            <a:extLst xmlns:a="http://schemas.openxmlformats.org/drawingml/2006/main">
              <a:ext uri="{FF2B5EF4-FFF2-40B4-BE49-F238E27FC236}">
                <a16:creationId xmlns:a16="http://schemas.microsoft.com/office/drawing/2014/main" id="{97ECD956-29B2-4E26-9A69-047C645B1F6F}"/>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Verification evidence</a:t>
            </a:r>
          </a:p>
        </p:txBody>
      </p:sp>
      <p:sp>
        <p:nvSpPr>
          <p:cNvPr id="145" name="">
            <a:extLst xmlns:a="http://schemas.openxmlformats.org/drawingml/2006/main">
              <a:ext uri="{FF2B5EF4-FFF2-40B4-BE49-F238E27FC236}">
                <a16:creationId xmlns:a16="http://schemas.microsoft.com/office/drawing/2014/main" id="{3310C218-536E-4419-8FDA-12BE48173955}"/>
              </a:ext>
            </a:extLst>
          </p:cNvPr>
          <p:cNvSpPr>
            <a:spLocks xmlns:a="http://schemas.openxmlformats.org/drawingml/2006/main" noGrp="1"/>
          </p:cNvSpPr>
          <p:nvPr/>
        </p:nvSpPr>
        <p:spPr>
          <a:xfrm xmlns:a="http://schemas.openxmlformats.org/drawingml/2006/main">
            <a:off x="342900" y="148590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2547D0"/>
                </a:solidFill>
                <a:latin typeface="Arial"/>
                <a:ea typeface="Arial"/>
                <a:cs typeface="Arial"/>
              </a:defRPr>
            </a:defPPr>
            <a:lvl1pPr>
              <a:defRPr sz="4800" b="1">
                <a:solidFill>
                  <a:srgbClr val="2547D0"/>
                </a:solidFill>
                <a:latin typeface="Arial"/>
                <a:ea typeface="Arial"/>
                <a:cs typeface="Arial"/>
              </a:defRPr>
            </a:lvl1pPr>
            <a:lvl2pPr>
              <a:defRPr sz="4800" b="1">
                <a:solidFill>
                  <a:srgbClr val="2547D0"/>
                </a:solidFill>
                <a:latin typeface="Arial"/>
                <a:ea typeface="Arial"/>
                <a:cs typeface="Arial"/>
              </a:defRPr>
            </a:lvl2pPr>
            <a:lvl3pPr>
              <a:defRPr sz="4800" b="1">
                <a:solidFill>
                  <a:srgbClr val="2547D0"/>
                </a:solidFill>
                <a:latin typeface="Arial"/>
                <a:ea typeface="Arial"/>
                <a:cs typeface="Arial"/>
              </a:defRPr>
            </a:lvl3pPr>
            <a:lvl4pPr>
              <a:defRPr sz="4800" b="1">
                <a:solidFill>
                  <a:srgbClr val="2547D0"/>
                </a:solidFill>
                <a:latin typeface="Arial"/>
                <a:ea typeface="Arial"/>
                <a:cs typeface="Arial"/>
              </a:defRPr>
            </a:lvl4pPr>
            <a:lvl5pPr>
              <a:defRPr sz="4800" b="1">
                <a:solidFill>
                  <a:srgbClr val="2547D0"/>
                </a:solidFill>
                <a:latin typeface="Arial"/>
                <a:ea typeface="Arial"/>
                <a:cs typeface="Arial"/>
              </a:defRPr>
            </a:lvl5pPr>
            <a:lvl6pPr>
              <a:defRPr sz="4800" b="1">
                <a:solidFill>
                  <a:srgbClr val="2547D0"/>
                </a:solidFill>
                <a:latin typeface="Arial"/>
                <a:ea typeface="Arial"/>
                <a:cs typeface="Arial"/>
              </a:defRPr>
            </a:lvl6pPr>
            <a:lvl7pPr>
              <a:defRPr sz="4800" b="1">
                <a:solidFill>
                  <a:srgbClr val="2547D0"/>
                </a:solidFill>
                <a:latin typeface="Arial"/>
                <a:ea typeface="Arial"/>
                <a:cs typeface="Arial"/>
              </a:defRPr>
            </a:lvl7pPr>
            <a:lvl8pPr>
              <a:defRPr sz="4800" b="1">
                <a:solidFill>
                  <a:srgbClr val="2547D0"/>
                </a:solidFill>
                <a:latin typeface="Arial"/>
                <a:ea typeface="Arial"/>
                <a:cs typeface="Arial"/>
              </a:defRPr>
            </a:lvl8pPr>
            <a:lvl9pPr>
              <a:defRPr sz="4800" b="1">
                <a:solidFill>
                  <a:srgbClr val="2547D0"/>
                </a:solidFill>
                <a:latin typeface="Arial"/>
                <a:ea typeface="Arial"/>
                <a:cs typeface="Arial"/>
              </a:defRPr>
            </a:lvl9pPr>
          </a:lstStyle>
          <a:p xmlns:a="http://schemas.openxmlformats.org/drawingml/2006/main">
            <a:pPr>
              <a:defRPr sz="4800" b="1">
                <a:solidFill>
                  <a:srgbClr val="2547D0"/>
                </a:solidFill>
                <a:latin typeface="Arial"/>
                <a:ea typeface="Arial"/>
                <a:cs typeface="Arial"/>
              </a:defRPr>
            </a:pPr>
            <a:r>
              <a:rPr sz="4800" b="1">
                <a:solidFill>
                  <a:srgbClr val="2547D0"/>
                </a:solidFill>
                <a:latin typeface="Arial"/>
                <a:ea typeface="Arial"/>
                <a:cs typeface="Arial"/>
              </a:rPr>
              <a:t>105</a:t>
            </a:r>
          </a:p>
        </p:txBody>
      </p:sp>
      <p:sp>
        <p:nvSpPr>
          <p:cNvPr id="146" name="">
            <a:extLst xmlns:a="http://schemas.openxmlformats.org/drawingml/2006/main">
              <a:ext uri="{FF2B5EF4-FFF2-40B4-BE49-F238E27FC236}">
                <a16:creationId xmlns:a16="http://schemas.microsoft.com/office/drawing/2014/main" id="{48239B48-1E31-4492-AE6D-B22F007ACCD1}"/>
              </a:ext>
            </a:extLst>
          </p:cNvPr>
          <p:cNvSpPr>
            <a:spLocks xmlns:a="http://schemas.openxmlformats.org/drawingml/2006/main" noGrp="1"/>
          </p:cNvSpPr>
          <p:nvPr/>
        </p:nvSpPr>
        <p:spPr>
          <a:xfrm xmlns:a="http://schemas.openxmlformats.org/drawingml/2006/main">
            <a:off x="342900" y="23526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Python tests pass</a:t>
            </a:r>
          </a:p>
        </p:txBody>
      </p:sp>
      <p:sp>
        <p:nvSpPr>
          <p:cNvPr id="147" name="">
            <a:extLst xmlns:a="http://schemas.openxmlformats.org/drawingml/2006/main">
              <a:ext uri="{FF2B5EF4-FFF2-40B4-BE49-F238E27FC236}">
                <a16:creationId xmlns:a16="http://schemas.microsoft.com/office/drawing/2014/main" id="{EA2CE853-B9C3-4CEF-AB01-D25D1C5F8C59}"/>
              </a:ext>
            </a:extLst>
          </p:cNvPr>
          <p:cNvSpPr>
            <a:spLocks xmlns:a="http://schemas.openxmlformats.org/drawingml/2006/main" noGrp="1"/>
          </p:cNvSpPr>
          <p:nvPr/>
        </p:nvSpPr>
        <p:spPr>
          <a:xfrm xmlns:a="http://schemas.openxmlformats.org/drawingml/2006/main">
            <a:off x="3381375" y="1485900"/>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2547D0"/>
                </a:solidFill>
                <a:latin typeface="Arial"/>
                <a:ea typeface="Arial"/>
                <a:cs typeface="Arial"/>
              </a:defRPr>
            </a:defPPr>
            <a:lvl1pPr>
              <a:defRPr sz="4800" b="1">
                <a:solidFill>
                  <a:srgbClr val="2547D0"/>
                </a:solidFill>
                <a:latin typeface="Arial"/>
                <a:ea typeface="Arial"/>
                <a:cs typeface="Arial"/>
              </a:defRPr>
            </a:lvl1pPr>
            <a:lvl2pPr>
              <a:defRPr sz="4800" b="1">
                <a:solidFill>
                  <a:srgbClr val="2547D0"/>
                </a:solidFill>
                <a:latin typeface="Arial"/>
                <a:ea typeface="Arial"/>
                <a:cs typeface="Arial"/>
              </a:defRPr>
            </a:lvl2pPr>
            <a:lvl3pPr>
              <a:defRPr sz="4800" b="1">
                <a:solidFill>
                  <a:srgbClr val="2547D0"/>
                </a:solidFill>
                <a:latin typeface="Arial"/>
                <a:ea typeface="Arial"/>
                <a:cs typeface="Arial"/>
              </a:defRPr>
            </a:lvl3pPr>
            <a:lvl4pPr>
              <a:defRPr sz="4800" b="1">
                <a:solidFill>
                  <a:srgbClr val="2547D0"/>
                </a:solidFill>
                <a:latin typeface="Arial"/>
                <a:ea typeface="Arial"/>
                <a:cs typeface="Arial"/>
              </a:defRPr>
            </a:lvl4pPr>
            <a:lvl5pPr>
              <a:defRPr sz="4800" b="1">
                <a:solidFill>
                  <a:srgbClr val="2547D0"/>
                </a:solidFill>
                <a:latin typeface="Arial"/>
                <a:ea typeface="Arial"/>
                <a:cs typeface="Arial"/>
              </a:defRPr>
            </a:lvl5pPr>
            <a:lvl6pPr>
              <a:defRPr sz="4800" b="1">
                <a:solidFill>
                  <a:srgbClr val="2547D0"/>
                </a:solidFill>
                <a:latin typeface="Arial"/>
                <a:ea typeface="Arial"/>
                <a:cs typeface="Arial"/>
              </a:defRPr>
            </a:lvl6pPr>
            <a:lvl7pPr>
              <a:defRPr sz="4800" b="1">
                <a:solidFill>
                  <a:srgbClr val="2547D0"/>
                </a:solidFill>
                <a:latin typeface="Arial"/>
                <a:ea typeface="Arial"/>
                <a:cs typeface="Arial"/>
              </a:defRPr>
            </a:lvl7pPr>
            <a:lvl8pPr>
              <a:defRPr sz="4800" b="1">
                <a:solidFill>
                  <a:srgbClr val="2547D0"/>
                </a:solidFill>
                <a:latin typeface="Arial"/>
                <a:ea typeface="Arial"/>
                <a:cs typeface="Arial"/>
              </a:defRPr>
            </a:lvl8pPr>
            <a:lvl9pPr>
              <a:defRPr sz="4800" b="1">
                <a:solidFill>
                  <a:srgbClr val="2547D0"/>
                </a:solidFill>
                <a:latin typeface="Arial"/>
                <a:ea typeface="Arial"/>
                <a:cs typeface="Arial"/>
              </a:defRPr>
            </a:lvl9pPr>
          </a:lstStyle>
          <a:p xmlns:a="http://schemas.openxmlformats.org/drawingml/2006/main">
            <a:pPr>
              <a:defRPr sz="4800" b="1">
                <a:solidFill>
                  <a:srgbClr val="2547D0"/>
                </a:solidFill>
                <a:latin typeface="Arial"/>
                <a:ea typeface="Arial"/>
                <a:cs typeface="Arial"/>
              </a:defRPr>
            </a:pPr>
            <a:r>
              <a:rPr sz="4800" b="1">
                <a:solidFill>
                  <a:srgbClr val="2547D0"/>
                </a:solidFill>
                <a:latin typeface="Arial"/>
                <a:ea typeface="Arial"/>
                <a:cs typeface="Arial"/>
              </a:rPr>
              <a:t>36</a:t>
            </a:r>
          </a:p>
        </p:txBody>
      </p:sp>
      <p:sp>
        <p:nvSpPr>
          <p:cNvPr id="148" name="">
            <a:extLst xmlns:a="http://schemas.openxmlformats.org/drawingml/2006/main">
              <a:ext uri="{FF2B5EF4-FFF2-40B4-BE49-F238E27FC236}">
                <a16:creationId xmlns:a16="http://schemas.microsoft.com/office/drawing/2014/main" id="{AC6E18DC-E3BF-4A20-BA52-05965AF64A5C}"/>
              </a:ext>
            </a:extLst>
          </p:cNvPr>
          <p:cNvSpPr>
            <a:spLocks xmlns:a="http://schemas.openxmlformats.org/drawingml/2006/main" noGrp="1"/>
          </p:cNvSpPr>
          <p:nvPr/>
        </p:nvSpPr>
        <p:spPr>
          <a:xfrm xmlns:a="http://schemas.openxmlformats.org/drawingml/2006/main">
            <a:off x="3381375" y="23526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JavaScript tests pass</a:t>
            </a:r>
          </a:p>
        </p:txBody>
      </p:sp>
      <p:sp>
        <p:nvSpPr>
          <p:cNvPr id="149" name="">
            <a:extLst xmlns:a="http://schemas.openxmlformats.org/drawingml/2006/main">
              <a:ext uri="{FF2B5EF4-FFF2-40B4-BE49-F238E27FC236}">
                <a16:creationId xmlns:a16="http://schemas.microsoft.com/office/drawing/2014/main" id="{44B6066E-0611-4EA8-B404-5A743BD12FF9}"/>
              </a:ext>
            </a:extLst>
          </p:cNvPr>
          <p:cNvSpPr>
            <a:spLocks xmlns:a="http://schemas.openxmlformats.org/drawingml/2006/main" noGrp="1"/>
          </p:cNvSpPr>
          <p:nvPr/>
        </p:nvSpPr>
        <p:spPr>
          <a:xfrm xmlns:a="http://schemas.openxmlformats.org/drawingml/2006/main">
            <a:off x="6705600" y="1485900"/>
            <a:ext cx="2095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800" b="1">
                <a:solidFill>
                  <a:srgbClr val="2547D0"/>
                </a:solidFill>
                <a:latin typeface="Arial"/>
                <a:ea typeface="Arial"/>
                <a:cs typeface="Arial"/>
              </a:defRPr>
            </a:defPPr>
            <a:lvl1pPr>
              <a:defRPr sz="4800" b="1">
                <a:solidFill>
                  <a:srgbClr val="2547D0"/>
                </a:solidFill>
                <a:latin typeface="Arial"/>
                <a:ea typeface="Arial"/>
                <a:cs typeface="Arial"/>
              </a:defRPr>
            </a:lvl1pPr>
            <a:lvl2pPr>
              <a:defRPr sz="4800" b="1">
                <a:solidFill>
                  <a:srgbClr val="2547D0"/>
                </a:solidFill>
                <a:latin typeface="Arial"/>
                <a:ea typeface="Arial"/>
                <a:cs typeface="Arial"/>
              </a:defRPr>
            </a:lvl2pPr>
            <a:lvl3pPr>
              <a:defRPr sz="4800" b="1">
                <a:solidFill>
                  <a:srgbClr val="2547D0"/>
                </a:solidFill>
                <a:latin typeface="Arial"/>
                <a:ea typeface="Arial"/>
                <a:cs typeface="Arial"/>
              </a:defRPr>
            </a:lvl3pPr>
            <a:lvl4pPr>
              <a:defRPr sz="4800" b="1">
                <a:solidFill>
                  <a:srgbClr val="2547D0"/>
                </a:solidFill>
                <a:latin typeface="Arial"/>
                <a:ea typeface="Arial"/>
                <a:cs typeface="Arial"/>
              </a:defRPr>
            </a:lvl4pPr>
            <a:lvl5pPr>
              <a:defRPr sz="4800" b="1">
                <a:solidFill>
                  <a:srgbClr val="2547D0"/>
                </a:solidFill>
                <a:latin typeface="Arial"/>
                <a:ea typeface="Arial"/>
                <a:cs typeface="Arial"/>
              </a:defRPr>
            </a:lvl5pPr>
            <a:lvl6pPr>
              <a:defRPr sz="4800" b="1">
                <a:solidFill>
                  <a:srgbClr val="2547D0"/>
                </a:solidFill>
                <a:latin typeface="Arial"/>
                <a:ea typeface="Arial"/>
                <a:cs typeface="Arial"/>
              </a:defRPr>
            </a:lvl6pPr>
            <a:lvl7pPr>
              <a:defRPr sz="4800" b="1">
                <a:solidFill>
                  <a:srgbClr val="2547D0"/>
                </a:solidFill>
                <a:latin typeface="Arial"/>
                <a:ea typeface="Arial"/>
                <a:cs typeface="Arial"/>
              </a:defRPr>
            </a:lvl7pPr>
            <a:lvl8pPr>
              <a:defRPr sz="4800" b="1">
                <a:solidFill>
                  <a:srgbClr val="2547D0"/>
                </a:solidFill>
                <a:latin typeface="Arial"/>
                <a:ea typeface="Arial"/>
                <a:cs typeface="Arial"/>
              </a:defRPr>
            </a:lvl8pPr>
            <a:lvl9pPr>
              <a:defRPr sz="4800" b="1">
                <a:solidFill>
                  <a:srgbClr val="2547D0"/>
                </a:solidFill>
                <a:latin typeface="Arial"/>
                <a:ea typeface="Arial"/>
                <a:cs typeface="Arial"/>
              </a:defRPr>
            </a:lvl9pPr>
          </a:lstStyle>
          <a:p xmlns:a="http://schemas.openxmlformats.org/drawingml/2006/main">
            <a:pPr>
              <a:defRPr sz="4800" b="1">
                <a:solidFill>
                  <a:srgbClr val="2547D0"/>
                </a:solidFill>
                <a:latin typeface="Arial"/>
                <a:ea typeface="Arial"/>
                <a:cs typeface="Arial"/>
              </a:defRPr>
            </a:pPr>
            <a:r>
              <a:rPr sz="4800" b="1">
                <a:solidFill>
                  <a:srgbClr val="2547D0"/>
                </a:solidFill>
                <a:latin typeface="Arial"/>
                <a:ea typeface="Arial"/>
                <a:cs typeface="Arial"/>
              </a:rPr>
              <a:t>Live</a:t>
            </a:r>
          </a:p>
        </p:txBody>
      </p:sp>
      <p:sp>
        <p:nvSpPr>
          <p:cNvPr id="150" name="">
            <a:extLst xmlns:a="http://schemas.openxmlformats.org/drawingml/2006/main">
              <a:ext uri="{FF2B5EF4-FFF2-40B4-BE49-F238E27FC236}">
                <a16:creationId xmlns:a16="http://schemas.microsoft.com/office/drawing/2014/main" id="{4D615FBD-1AF9-4FFD-936E-12C26C45D532}"/>
              </a:ext>
            </a:extLst>
          </p:cNvPr>
          <p:cNvSpPr>
            <a:spLocks xmlns:a="http://schemas.openxmlformats.org/drawingml/2006/main" noGrp="1"/>
          </p:cNvSpPr>
          <p:nvPr/>
        </p:nvSpPr>
        <p:spPr>
          <a:xfrm xmlns:a="http://schemas.openxmlformats.org/drawingml/2006/main">
            <a:off x="6705600" y="2352675"/>
            <a:ext cx="209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Cloud workflow verified</a:t>
            </a:r>
          </a:p>
        </p:txBody>
      </p:sp>
      <p:sp>
        <p:nvSpPr>
          <p:cNvPr id="151" name="">
            <a:extLst xmlns:a="http://schemas.openxmlformats.org/drawingml/2006/main">
              <a:ext uri="{FF2B5EF4-FFF2-40B4-BE49-F238E27FC236}">
                <a16:creationId xmlns:a16="http://schemas.microsoft.com/office/drawing/2014/main" id="{9227F37B-E6FD-406B-A784-1EAFA32C0300}"/>
              </a:ext>
            </a:extLst>
          </p:cNvPr>
          <p:cNvSpPr>
            <a:spLocks xmlns:a="http://schemas.openxmlformats.org/drawingml/2006/main" noGrp="1"/>
          </p:cNvSpPr>
          <p:nvPr/>
        </p:nvSpPr>
        <p:spPr>
          <a:xfrm xmlns:a="http://schemas.openxmlformats.org/drawingml/2006/main">
            <a:off x="342900" y="3333750"/>
            <a:ext cx="84582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039"/>
                </a:solidFill>
                <a:latin typeface="Arial"/>
                <a:ea typeface="Arial"/>
                <a:cs typeface="Arial"/>
              </a:defRPr>
            </a:defPPr>
            <a:lvl1pPr>
              <a:defRPr sz="1950" b="0">
                <a:solidFill>
                  <a:srgbClr val="152039"/>
                </a:solidFill>
                <a:latin typeface="Arial"/>
                <a:ea typeface="Arial"/>
                <a:cs typeface="Arial"/>
              </a:defRPr>
            </a:lvl1pPr>
            <a:lvl2pPr>
              <a:defRPr sz="1950" b="0">
                <a:solidFill>
                  <a:srgbClr val="152039"/>
                </a:solidFill>
                <a:latin typeface="Arial"/>
                <a:ea typeface="Arial"/>
                <a:cs typeface="Arial"/>
              </a:defRPr>
            </a:lvl2pPr>
            <a:lvl3pPr>
              <a:defRPr sz="1950" b="0">
                <a:solidFill>
                  <a:srgbClr val="152039"/>
                </a:solidFill>
                <a:latin typeface="Arial"/>
                <a:ea typeface="Arial"/>
                <a:cs typeface="Arial"/>
              </a:defRPr>
            </a:lvl3pPr>
            <a:lvl4pPr>
              <a:defRPr sz="1950" b="0">
                <a:solidFill>
                  <a:srgbClr val="152039"/>
                </a:solidFill>
                <a:latin typeface="Arial"/>
                <a:ea typeface="Arial"/>
                <a:cs typeface="Arial"/>
              </a:defRPr>
            </a:lvl4pPr>
            <a:lvl5pPr>
              <a:defRPr sz="1950" b="0">
                <a:solidFill>
                  <a:srgbClr val="152039"/>
                </a:solidFill>
                <a:latin typeface="Arial"/>
                <a:ea typeface="Arial"/>
                <a:cs typeface="Arial"/>
              </a:defRPr>
            </a:lvl5pPr>
            <a:lvl6pPr>
              <a:defRPr sz="1950" b="0">
                <a:solidFill>
                  <a:srgbClr val="152039"/>
                </a:solidFill>
                <a:latin typeface="Arial"/>
                <a:ea typeface="Arial"/>
                <a:cs typeface="Arial"/>
              </a:defRPr>
            </a:lvl6pPr>
            <a:lvl7pPr>
              <a:defRPr sz="1950" b="0">
                <a:solidFill>
                  <a:srgbClr val="152039"/>
                </a:solidFill>
                <a:latin typeface="Arial"/>
                <a:ea typeface="Arial"/>
                <a:cs typeface="Arial"/>
              </a:defRPr>
            </a:lvl7pPr>
            <a:lvl8pPr>
              <a:defRPr sz="1950" b="0">
                <a:solidFill>
                  <a:srgbClr val="152039"/>
                </a:solidFill>
                <a:latin typeface="Arial"/>
                <a:ea typeface="Arial"/>
                <a:cs typeface="Arial"/>
              </a:defRPr>
            </a:lvl8pPr>
            <a:lvl9pPr>
              <a:defRPr sz="1950" b="0">
                <a:solidFill>
                  <a:srgbClr val="152039"/>
                </a:solidFill>
                <a:latin typeface="Arial"/>
                <a:ea typeface="Arial"/>
                <a:cs typeface="Arial"/>
              </a:defRPr>
            </a:lvl9pPr>
          </a:lstStyle>
          <a:p xmlns:a="http://schemas.openxmlformats.org/drawingml/2006/main">
            <a:pPr>
              <a:defRPr sz="1950" b="0">
                <a:solidFill>
                  <a:srgbClr val="152039"/>
                </a:solidFill>
                <a:latin typeface="Arial"/>
                <a:ea typeface="Arial"/>
                <a:cs typeface="Arial"/>
              </a:defRPr>
            </a:pPr>
            <a:r>
              <a:rPr sz="1950" b="0">
                <a:solidFill>
                  <a:srgbClr val="152039"/>
                </a:solidFill>
                <a:latin typeface="Arial"/>
                <a:ea typeface="Arial"/>
                <a:cs typeface="Arial"/>
              </a:rPr>
              <a:t>Verified: two sessions → independent publication → live AI →</a:t>
            </a:r>
          </a:p>
          <a:p xmlns:a="http://schemas.openxmlformats.org/drawingml/2006/main">
            <a:pPr>
              <a:defRPr sz="1950" b="0">
                <a:solidFill>
                  <a:srgbClr val="152039"/>
                </a:solidFill>
                <a:latin typeface="Arial"/>
                <a:ea typeface="Arial"/>
                <a:cs typeface="Arial"/>
              </a:defRPr>
            </a:pPr>
            <a:r>
              <a:rPr sz="1950" b="0">
                <a:solidFill>
                  <a:srgbClr val="152039"/>
                </a:solidFill>
                <a:latin typeface="Arial"/>
                <a:ea typeface="Arial"/>
                <a:cs typeface="Arial"/>
              </a:rPr>
              <a:t>source update → stale run → refreshed v2 → logout</a:t>
            </a:r>
          </a:p>
        </p:txBody>
      </p:sp>
      <p:sp>
        <p:nvSpPr>
          <p:cNvPr id="152" name="">
            <a:extLst xmlns:a="http://schemas.openxmlformats.org/drawingml/2006/main">
              <a:ext uri="{FF2B5EF4-FFF2-40B4-BE49-F238E27FC236}">
                <a16:creationId xmlns:a16="http://schemas.microsoft.com/office/drawing/2014/main" id="{494F0D35-06EF-4014-BDCB-56C942CBF4F0}"/>
              </a:ext>
            </a:extLst>
          </p:cNvPr>
          <p:cNvSpPr>
            <a:spLocks xmlns:a="http://schemas.openxmlformats.org/drawingml/2006/main" noGrp="1"/>
          </p:cNvSpPr>
          <p:nvPr/>
        </p:nvSpPr>
        <p:spPr>
          <a:xfrm xmlns:a="http://schemas.openxmlformats.org/drawingml/2006/main">
            <a:off x="342900" y="4486275"/>
            <a:ext cx="8458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078"/>
                </a:solidFill>
                <a:latin typeface="Arial"/>
                <a:ea typeface="Arial"/>
                <a:cs typeface="Arial"/>
              </a:defRPr>
            </a:defPPr>
            <a:lvl1pPr>
              <a:defRPr sz="1575" b="0">
                <a:solidFill>
                  <a:srgbClr val="536078"/>
                </a:solidFill>
                <a:latin typeface="Arial"/>
                <a:ea typeface="Arial"/>
                <a:cs typeface="Arial"/>
              </a:defRPr>
            </a:lvl1pPr>
            <a:lvl2pPr>
              <a:defRPr sz="1575" b="0">
                <a:solidFill>
                  <a:srgbClr val="536078"/>
                </a:solidFill>
                <a:latin typeface="Arial"/>
                <a:ea typeface="Arial"/>
                <a:cs typeface="Arial"/>
              </a:defRPr>
            </a:lvl2pPr>
            <a:lvl3pPr>
              <a:defRPr sz="1575" b="0">
                <a:solidFill>
                  <a:srgbClr val="536078"/>
                </a:solidFill>
                <a:latin typeface="Arial"/>
                <a:ea typeface="Arial"/>
                <a:cs typeface="Arial"/>
              </a:defRPr>
            </a:lvl3pPr>
            <a:lvl4pPr>
              <a:defRPr sz="1575" b="0">
                <a:solidFill>
                  <a:srgbClr val="536078"/>
                </a:solidFill>
                <a:latin typeface="Arial"/>
                <a:ea typeface="Arial"/>
                <a:cs typeface="Arial"/>
              </a:defRPr>
            </a:lvl4pPr>
            <a:lvl5pPr>
              <a:defRPr sz="1575" b="0">
                <a:solidFill>
                  <a:srgbClr val="536078"/>
                </a:solidFill>
                <a:latin typeface="Arial"/>
                <a:ea typeface="Arial"/>
                <a:cs typeface="Arial"/>
              </a:defRPr>
            </a:lvl5pPr>
            <a:lvl6pPr>
              <a:defRPr sz="1575" b="0">
                <a:solidFill>
                  <a:srgbClr val="536078"/>
                </a:solidFill>
                <a:latin typeface="Arial"/>
                <a:ea typeface="Arial"/>
                <a:cs typeface="Arial"/>
              </a:defRPr>
            </a:lvl6pPr>
            <a:lvl7pPr>
              <a:defRPr sz="1575" b="0">
                <a:solidFill>
                  <a:srgbClr val="536078"/>
                </a:solidFill>
                <a:latin typeface="Arial"/>
                <a:ea typeface="Arial"/>
                <a:cs typeface="Arial"/>
              </a:defRPr>
            </a:lvl7pPr>
            <a:lvl8pPr>
              <a:defRPr sz="1575" b="0">
                <a:solidFill>
                  <a:srgbClr val="536078"/>
                </a:solidFill>
                <a:latin typeface="Arial"/>
                <a:ea typeface="Arial"/>
                <a:cs typeface="Arial"/>
              </a:defRPr>
            </a:lvl8pPr>
            <a:lvl9pPr>
              <a:defRPr sz="1575" b="0">
                <a:solidFill>
                  <a:srgbClr val="536078"/>
                </a:solidFill>
                <a:latin typeface="Arial"/>
                <a:ea typeface="Arial"/>
                <a:cs typeface="Arial"/>
              </a:defRPr>
            </a:lvl9pPr>
          </a:lstStyle>
          <a:p xmlns:a="http://schemas.openxmlformats.org/drawingml/2006/main">
            <a:pPr>
              <a:defRPr sz="1575" b="0">
                <a:solidFill>
                  <a:srgbClr val="536078"/>
                </a:solidFill>
                <a:latin typeface="Arial"/>
                <a:ea typeface="Arial"/>
                <a:cs typeface="Arial"/>
              </a:defRPr>
            </a:pPr>
            <a:r>
              <a:rPr sz="1575" b="0">
                <a:solidFill>
                  <a:srgbClr val="536078"/>
                </a:solidFill>
                <a:latin typeface="Arial"/>
                <a:ea typeface="Arial"/>
                <a:cs typeface="Arial"/>
              </a:rPr>
              <a:t>Functional evidence; productivity gains and load capacity are not measured.</a:t>
            </a:r>
          </a:p>
        </p:txBody>
      </p:sp>
    </p:spTree>
    <p:extLst>
      <p:ext uri="{BB962C8B-B14F-4D97-AF65-F5344CB8AC3E}">
        <p14:creationId xmlns:p14="http://schemas.microsoft.com/office/powerpoint/2010/main" val="2231537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64" name="Google Shape;164;p27">
            <a:extLst xmlns:a="http://schemas.openxmlformats.org/drawingml/2006/main">
              <a:ext uri="{FF2B5EF4-FFF2-40B4-BE49-F238E27FC236}">
                <a16:creationId xmlns:a16="http://schemas.microsoft.com/office/drawing/2014/main" id="{E20DDB8C-4997-4700-879B-9466E65B5C54}"/>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cbcb966c79347ad">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65" name="Google Shape;165;p27">
            <a:extLst xmlns:a="http://schemas.openxmlformats.org/drawingml/2006/main">
              <a:ext uri="{FF2B5EF4-FFF2-40B4-BE49-F238E27FC236}">
                <a16:creationId xmlns:a16="http://schemas.microsoft.com/office/drawing/2014/main" id="{37329D88-21ED-4B7B-893D-56F544097C2B}"/>
              </a:ext>
            </a:extLst>
          </p:cNvPr>
          <p:cNvPicPr>
            <a:picLocks xmlns:a="http://schemas.openxmlformats.org/drawingml/2006/main" noChangeAspect="1"/>
          </p:cNvPicPr>
          <p:nvPr/>
        </p:nvPicPr>
        <p:blipFill>
          <a:blip xmlns:r="http://schemas.openxmlformats.org/officeDocument/2006/relationships" xmlns:a="http://schemas.openxmlformats.org/drawingml/2006/main" r:embed="R6e44d261d6204f3d">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66" name="Google Shape;166;p27">
            <a:extLst xmlns:a="http://schemas.openxmlformats.org/drawingml/2006/main">
              <a:ext uri="{FF2B5EF4-FFF2-40B4-BE49-F238E27FC236}">
                <a16:creationId xmlns:a16="http://schemas.microsoft.com/office/drawing/2014/main" id="{9F067308-EE9F-47CA-A828-5F8939D554AC}"/>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67" name="">
            <a:extLst xmlns:a="http://schemas.openxmlformats.org/drawingml/2006/main">
              <a:ext uri="{FF2B5EF4-FFF2-40B4-BE49-F238E27FC236}">
                <a16:creationId xmlns:a16="http://schemas.microsoft.com/office/drawing/2014/main" id="{B42ADA31-16C6-4DE5-AB01-AA25C11E4E74}"/>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SWOT analysis</a:t>
            </a:r>
          </a:p>
        </p:txBody>
      </p:sp>
      <p:graphicFrame>
        <p:nvGraphicFramePr>
          <p:cNvPr id="168" name="">
            <a:extLst xmlns:a="http://schemas.openxmlformats.org/drawingml/2006/main">
              <a:ext uri="{FF2B5EF4-FFF2-40B4-BE49-F238E27FC236}">
                <a16:creationId xmlns:a16="http://schemas.microsoft.com/office/drawing/2014/main" id="{EBD054D3-EEA8-457B-A0EE-A3AFA4C5D96D}"/>
              </a:ext>
            </a:extLst>
          </p:cNvPr>
          <p:cNvGraphicFramePr/>
          <p:nvPr/>
        </p:nvGraphicFramePr>
        <p:xfrm>
          <a:off xmlns:a="http://schemas.openxmlformats.org/drawingml/2006/main" x="342900" y="1476375"/>
          <a:ext xmlns:a="http://schemas.openxmlformats.org/drawingml/2006/main" cx="8458200" cy="2781300"/>
        </p:xfrm>
        <a:graphic xmlns:a="http://schemas.openxmlformats.org/drawingml/2006/main">
          <a:graphicData uri="http://schemas.openxmlformats.org/drawingml/2006/table">
            <a:tbl>
              <a:tblPr/>
              <a:tblGrid>
                <a:gridCol w="4229100"/>
                <a:gridCol w="4229100"/>
              </a:tblGrid>
              <a:tr h="695325">
                <a:tc>
                  <a:txBody>
                    <a:bodyPr/>
                    <a:lstStyle/>
                    <a:p>
                      <a:r>
                        <a:rPr sz="1725" b="1">
                          <a:solidFill>
                            <a:srgbClr val="FFFFFF"/>
                          </a:solidFill>
                          <a:latin typeface="Arial"/>
                          <a:ea typeface="Arial"/>
                          <a:cs typeface="Arial"/>
                        </a:rPr>
                        <a:t>Strengths</a:t>
                      </a:r>
                    </a:p>
                  </a:txBody>
                  <a:tcPr marL="91440" marR="91440" marT="45720" marB="45720">
                    <a:lnL w="6668">
                      <a:solidFill>
                        <a:srgbClr val="D8DDE8"/>
                      </a:solidFill>
                      <a:prstDash val="solid"/>
                    </a:lnL>
                    <a:lnR w="6668">
                      <a:solidFill>
                        <a:srgbClr val="D8DDE8"/>
                      </a:solidFill>
                      <a:prstDash val="solid"/>
                    </a:lnR>
                    <a:lnT w="6668">
                      <a:solidFill>
                        <a:srgbClr val="D8DDE8"/>
                      </a:solidFill>
                      <a:prstDash val="solid"/>
                    </a:lnT>
                    <a:lnB w="6668">
                      <a:solidFill>
                        <a:srgbClr val="D8DDE8"/>
                      </a:solidFill>
                      <a:prstDash val="solid"/>
                    </a:lnB>
                    <a:solidFill>
                      <a:srgbClr val="2547D0"/>
                    </a:solidFill>
                  </a:tcPr>
                </a:tc>
                <a:tc>
                  <a:txBody>
                    <a:bodyPr/>
                    <a:lstStyle/>
                    <a:p>
                      <a:r>
                        <a:rPr sz="1725" b="1">
                          <a:solidFill>
                            <a:srgbClr val="FFFFFF"/>
                          </a:solidFill>
                          <a:latin typeface="Arial"/>
                          <a:ea typeface="Arial"/>
                          <a:cs typeface="Arial"/>
                        </a:rPr>
                        <a:t>Weaknesses</a:t>
                      </a:r>
                    </a:p>
                  </a:txBody>
                  <a:tcPr marL="91440" marR="91440" marT="45720" marB="45720">
                    <a:lnR w="6668">
                      <a:solidFill>
                        <a:srgbClr val="D8DDE8"/>
                      </a:solidFill>
                      <a:prstDash val="solid"/>
                    </a:lnR>
                    <a:lnT w="6668">
                      <a:solidFill>
                        <a:srgbClr val="D8DDE8"/>
                      </a:solidFill>
                      <a:prstDash val="solid"/>
                    </a:lnT>
                    <a:lnB w="6668">
                      <a:solidFill>
                        <a:srgbClr val="D8DDE8"/>
                      </a:solidFill>
                      <a:prstDash val="solid"/>
                    </a:lnB>
                    <a:solidFill>
                      <a:srgbClr val="2547D0"/>
                    </a:solidFill>
                  </a:tcPr>
                </a:tc>
              </a:tr>
              <a:tr h="695325">
                <a:tc>
                  <a:txBody>
                    <a:bodyPr/>
                    <a:lstStyle/>
                    <a:p>
                      <a:r>
                        <a:rPr sz="1725" b="0">
                          <a:solidFill>
                            <a:srgbClr val="152039"/>
                          </a:solidFill>
                          <a:latin typeface="Arial"/>
                          <a:ea typeface="Arial"/>
                          <a:cs typeface="Arial"/>
                        </a:rPr>
                        <a:t>Reviewed revisions + provenance</a:t>
                      </a:r>
                    </a:p>
                    <a:p>
                      <a:r>
                        <a:rPr sz="1725" b="0">
                          <a:solidFill>
                            <a:srgbClr val="152039"/>
                          </a:solidFill>
                          <a:latin typeface="Arial"/>
                          <a:ea typeface="Arial"/>
                          <a:cs typeface="Arial"/>
                        </a:rPr>
                        <a:t>Permissions before model context</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725" b="0">
                          <a:solidFill>
                            <a:srgbClr val="152039"/>
                          </a:solidFill>
                          <a:latin typeface="Arial"/>
                          <a:ea typeface="Arial"/>
                          <a:cs typeface="Arial"/>
                        </a:rPr>
                        <a:t>Lexical retrieval; 750 KB workspace</a:t>
                      </a:r>
                    </a:p>
                    <a:p>
                      <a:r>
                        <a:rPr sz="1725" b="0">
                          <a:solidFill>
                            <a:srgbClr val="152039"/>
                          </a:solidFill>
                          <a:latin typeface="Arial"/>
                          <a:ea typeface="Arial"/>
                          <a:cs typeface="Arial"/>
                        </a:rPr>
                        <a:t>No load or productivity benchmark</a:t>
                      </a:r>
                    </a:p>
                  </a:txBody>
                  <a:tcPr marL="91440" marR="91440" marT="45720" marB="45720">
                    <a:lnR w="6668">
                      <a:solidFill>
                        <a:srgbClr val="D8DDE8"/>
                      </a:solidFill>
                      <a:prstDash val="solid"/>
                    </a:lnR>
                    <a:lnB w="6668">
                      <a:solidFill>
                        <a:srgbClr val="D8DDE8"/>
                      </a:solidFill>
                      <a:prstDash val="solid"/>
                    </a:lnB>
                    <a:solidFill>
                      <a:srgbClr val="FFFFFF"/>
                    </a:solidFill>
                  </a:tcPr>
                </a:tc>
              </a:tr>
              <a:tr h="695325">
                <a:tc>
                  <a:txBody>
                    <a:bodyPr/>
                    <a:lstStyle/>
                    <a:p>
                      <a:r>
                        <a:rPr sz="1725" b="0">
                          <a:solidFill>
                            <a:srgbClr val="152039"/>
                          </a:solidFill>
                          <a:latin typeface="Arial"/>
                          <a:ea typeface="Arial"/>
                          <a:cs typeface="Arial"/>
                        </a:rPr>
                        <a:t>Opportunities</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725" b="0">
                          <a:solidFill>
                            <a:srgbClr val="152039"/>
                          </a:solidFill>
                          <a:latin typeface="Arial"/>
                          <a:ea typeface="Arial"/>
                          <a:cs typeface="Arial"/>
                        </a:rPr>
                        <a:t>Threats</a:t>
                      </a:r>
                    </a:p>
                  </a:txBody>
                  <a:tcPr marL="91440" marR="91440" marT="45720" marB="45720">
                    <a:lnR w="6668">
                      <a:solidFill>
                        <a:srgbClr val="D8DDE8"/>
                      </a:solidFill>
                      <a:prstDash val="solid"/>
                    </a:lnR>
                    <a:lnB w="6668">
                      <a:solidFill>
                        <a:srgbClr val="D8DDE8"/>
                      </a:solidFill>
                      <a:prstDash val="solid"/>
                    </a:lnB>
                    <a:solidFill>
                      <a:srgbClr val="FFFFFF"/>
                    </a:solidFill>
                  </a:tcPr>
                </a:tc>
              </a:tr>
              <a:tr h="695325">
                <a:tc>
                  <a:txBody>
                    <a:bodyPr/>
                    <a:lstStyle/>
                    <a:p>
                      <a:r>
                        <a:rPr sz="1725" b="0">
                          <a:solidFill>
                            <a:srgbClr val="152039"/>
                          </a:solidFill>
                          <a:latin typeface="Arial"/>
                          <a:ea typeface="Arial"/>
                          <a:cs typeface="Arial"/>
                        </a:rPr>
                        <a:t>Pilot with small engineering teams</a:t>
                      </a:r>
                    </a:p>
                    <a:p>
                      <a:r>
                        <a:rPr sz="1725" b="0">
                          <a:solidFill>
                            <a:srgbClr val="152039"/>
                          </a:solidFill>
                          <a:latin typeface="Arial"/>
                          <a:ea typeface="Arial"/>
                          <a:cs typeface="Arial"/>
                        </a:rPr>
                        <a:t>IDE and repository integrations</a:t>
                      </a:r>
                    </a:p>
                  </a:txBody>
                  <a:tcPr marL="91440" marR="91440" marT="45720" marB="45720">
                    <a:lnL w="6668">
                      <a:solidFill>
                        <a:srgbClr val="D8DDE8"/>
                      </a:solidFill>
                      <a:prstDash val="solid"/>
                    </a:lnL>
                    <a:lnR w="6668">
                      <a:solidFill>
                        <a:srgbClr val="D8DDE8"/>
                      </a:solidFill>
                      <a:prstDash val="solid"/>
                    </a:lnR>
                    <a:lnB w="6668">
                      <a:solidFill>
                        <a:srgbClr val="D8DDE8"/>
                      </a:solidFill>
                      <a:prstDash val="solid"/>
                    </a:lnB>
                    <a:solidFill>
                      <a:srgbClr val="FFFFFF"/>
                    </a:solidFill>
                  </a:tcPr>
                </a:tc>
                <a:tc>
                  <a:txBody>
                    <a:bodyPr/>
                    <a:lstStyle/>
                    <a:p>
                      <a:r>
                        <a:rPr sz="1725" b="0">
                          <a:solidFill>
                            <a:srgbClr val="152039"/>
                          </a:solidFill>
                          <a:latin typeface="Arial"/>
                          <a:ea typeface="Arial"/>
                          <a:cs typeface="Arial"/>
                        </a:rPr>
                        <a:t>Stale or incorrect source material</a:t>
                      </a:r>
                    </a:p>
                    <a:p>
                      <a:r>
                        <a:rPr sz="1725" b="0">
                          <a:solidFill>
                            <a:srgbClr val="152039"/>
                          </a:solidFill>
                          <a:latin typeface="Arial"/>
                          <a:ea typeface="Arial"/>
                          <a:cs typeface="Arial"/>
                        </a:rPr>
                        <a:t>Adoption friction; tool overlap</a:t>
                      </a:r>
                    </a:p>
                  </a:txBody>
                  <a:tcPr marL="91440" marR="91440" marT="45720" marB="45720">
                    <a:lnR w="6668">
                      <a:solidFill>
                        <a:srgbClr val="D8DDE8"/>
                      </a:solidFill>
                      <a:prstDash val="solid"/>
                    </a:lnR>
                    <a:lnB w="6668">
                      <a:solidFill>
                        <a:srgbClr val="D8DDE8"/>
                      </a:solidFill>
                      <a:prstDash val="solid"/>
                    </a:lnB>
                    <a:solidFill>
                      <a:srgbClr val="FFFFFF"/>
                    </a:solidFill>
                  </a:tcPr>
                </a:tc>
              </a:tr>
            </a:tbl>
          </a:graphicData>
        </a:graphic>
      </p:graphicFrame>
      <p:sp>
        <p:nvSpPr>
          <p:cNvPr id="169" name="">
            <a:extLst xmlns:a="http://schemas.openxmlformats.org/drawingml/2006/main">
              <a:ext uri="{FF2B5EF4-FFF2-40B4-BE49-F238E27FC236}">
                <a16:creationId xmlns:a16="http://schemas.microsoft.com/office/drawing/2014/main" id="{70D069FA-F54D-4B10-ADB8-8633E1F3B6DC}"/>
              </a:ext>
            </a:extLst>
          </p:cNvPr>
          <p:cNvSpPr>
            <a:spLocks xmlns:a="http://schemas.openxmlformats.org/drawingml/2006/main" noGrp="1"/>
          </p:cNvSpPr>
          <p:nvPr/>
        </p:nvSpPr>
        <p:spPr>
          <a:xfrm xmlns:a="http://schemas.openxmlformats.org/drawingml/2006/main">
            <a:off x="342900" y="4467225"/>
            <a:ext cx="8458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2547D0"/>
                </a:solidFill>
                <a:latin typeface="Arial"/>
                <a:ea typeface="Arial"/>
                <a:cs typeface="Arial"/>
              </a:defRPr>
            </a:defPPr>
            <a:lvl1pPr>
              <a:defRPr sz="1800" b="1">
                <a:solidFill>
                  <a:srgbClr val="2547D0"/>
                </a:solidFill>
                <a:latin typeface="Arial"/>
                <a:ea typeface="Arial"/>
                <a:cs typeface="Arial"/>
              </a:defRPr>
            </a:lvl1pPr>
            <a:lvl2pPr>
              <a:defRPr sz="1800" b="1">
                <a:solidFill>
                  <a:srgbClr val="2547D0"/>
                </a:solidFill>
                <a:latin typeface="Arial"/>
                <a:ea typeface="Arial"/>
                <a:cs typeface="Arial"/>
              </a:defRPr>
            </a:lvl2pPr>
            <a:lvl3pPr>
              <a:defRPr sz="1800" b="1">
                <a:solidFill>
                  <a:srgbClr val="2547D0"/>
                </a:solidFill>
                <a:latin typeface="Arial"/>
                <a:ea typeface="Arial"/>
                <a:cs typeface="Arial"/>
              </a:defRPr>
            </a:lvl3pPr>
            <a:lvl4pPr>
              <a:defRPr sz="1800" b="1">
                <a:solidFill>
                  <a:srgbClr val="2547D0"/>
                </a:solidFill>
                <a:latin typeface="Arial"/>
                <a:ea typeface="Arial"/>
                <a:cs typeface="Arial"/>
              </a:defRPr>
            </a:lvl4pPr>
            <a:lvl5pPr>
              <a:defRPr sz="1800" b="1">
                <a:solidFill>
                  <a:srgbClr val="2547D0"/>
                </a:solidFill>
                <a:latin typeface="Arial"/>
                <a:ea typeface="Arial"/>
                <a:cs typeface="Arial"/>
              </a:defRPr>
            </a:lvl5pPr>
            <a:lvl6pPr>
              <a:defRPr sz="1800" b="1">
                <a:solidFill>
                  <a:srgbClr val="2547D0"/>
                </a:solidFill>
                <a:latin typeface="Arial"/>
                <a:ea typeface="Arial"/>
                <a:cs typeface="Arial"/>
              </a:defRPr>
            </a:lvl6pPr>
            <a:lvl7pPr>
              <a:defRPr sz="1800" b="1">
                <a:solidFill>
                  <a:srgbClr val="2547D0"/>
                </a:solidFill>
                <a:latin typeface="Arial"/>
                <a:ea typeface="Arial"/>
                <a:cs typeface="Arial"/>
              </a:defRPr>
            </a:lvl7pPr>
            <a:lvl8pPr>
              <a:defRPr sz="1800" b="1">
                <a:solidFill>
                  <a:srgbClr val="2547D0"/>
                </a:solidFill>
                <a:latin typeface="Arial"/>
                <a:ea typeface="Arial"/>
                <a:cs typeface="Arial"/>
              </a:defRPr>
            </a:lvl8pPr>
            <a:lvl9pPr>
              <a:defRPr sz="1800" b="1">
                <a:solidFill>
                  <a:srgbClr val="2547D0"/>
                </a:solidFill>
                <a:latin typeface="Arial"/>
                <a:ea typeface="Arial"/>
                <a:cs typeface="Arial"/>
              </a:defRPr>
            </a:lvl9pPr>
          </a:lstStyle>
          <a:p xmlns:a="http://schemas.openxmlformats.org/drawingml/2006/main">
            <a:pPr>
              <a:defRPr sz="1800" b="1">
                <a:solidFill>
                  <a:srgbClr val="2547D0"/>
                </a:solidFill>
                <a:latin typeface="Arial"/>
                <a:ea typeface="Arial"/>
                <a:cs typeface="Arial"/>
              </a:defRPr>
            </a:pPr>
            <a:r>
              <a:rPr sz="1800" b="1">
                <a:solidFill>
                  <a:srgbClr val="2547D0"/>
                </a:solidFill>
                <a:latin typeface="Arial"/>
                <a:ea typeface="Arial"/>
                <a:cs typeface="Arial"/>
              </a:rPr>
              <a:t>Response: prove one team’s handoff value before expanding the platform</a:t>
            </a:r>
          </a:p>
        </p:txBody>
      </p:sp>
    </p:spTree>
    <p:extLst>
      <p:ext uri="{BB962C8B-B14F-4D97-AF65-F5344CB8AC3E}">
        <p14:creationId xmlns:p14="http://schemas.microsoft.com/office/powerpoint/2010/main" val="236185674"/>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48" name="Google Shape;148;p25">
            <a:extLst xmlns:a="http://schemas.openxmlformats.org/drawingml/2006/main">
              <a:ext uri="{FF2B5EF4-FFF2-40B4-BE49-F238E27FC236}">
                <a16:creationId xmlns:a16="http://schemas.microsoft.com/office/drawing/2014/main" id="{2FAFF5DF-D839-492B-8A86-C26B3A3B250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a3197f7c5374b9c">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49" name="Google Shape;149;p25">
            <a:extLst xmlns:a="http://schemas.openxmlformats.org/drawingml/2006/main">
              <a:ext uri="{FF2B5EF4-FFF2-40B4-BE49-F238E27FC236}">
                <a16:creationId xmlns:a16="http://schemas.microsoft.com/office/drawing/2014/main" id="{2FE60359-977C-46DD-B975-78980D26C735}"/>
              </a:ext>
            </a:extLst>
          </p:cNvPr>
          <p:cNvPicPr>
            <a:picLocks xmlns:a="http://schemas.openxmlformats.org/drawingml/2006/main" noChangeAspect="1"/>
          </p:cNvPicPr>
          <p:nvPr/>
        </p:nvPicPr>
        <p:blipFill>
          <a:blip xmlns:r="http://schemas.openxmlformats.org/officeDocument/2006/relationships" xmlns:a="http://schemas.openxmlformats.org/drawingml/2006/main" r:embed="R35e2ad7da94a4481">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0" name="Google Shape;150;p25">
            <a:extLst xmlns:a="http://schemas.openxmlformats.org/drawingml/2006/main">
              <a:ext uri="{FF2B5EF4-FFF2-40B4-BE49-F238E27FC236}">
                <a16:creationId xmlns:a16="http://schemas.microsoft.com/office/drawing/2014/main" id="{F09AA722-4225-460E-925E-1F26E8754DF6}"/>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1" name="Google Shape;151;p25">
            <a:extLst xmlns:a="http://schemas.openxmlformats.org/drawingml/2006/main">
              <a:ext uri="{FF2B5EF4-FFF2-40B4-BE49-F238E27FC236}">
                <a16:creationId xmlns:a16="http://schemas.microsoft.com/office/drawing/2014/main" id="{74CDEDA7-A0F8-4258-AF87-A068CAD2AD34}"/>
              </a:ext>
            </a:extLst>
          </p:cNvPr>
          <p:cNvSpPr>
            <a:spLocks xmlns:a="http://schemas.openxmlformats.org/drawingml/2006/main" noGrp="1"/>
          </p:cNvSpPr>
          <p:nvPr/>
        </p:nvSpPr>
        <p:spPr>
          <a:xfrm xmlns:a="http://schemas.openxmlformats.org/drawingml/2006/main">
            <a:off x="265350" y="663825"/>
            <a:ext cx="8943000" cy="561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152" name="">
            <a:extLst xmlns:a="http://schemas.openxmlformats.org/drawingml/2006/main">
              <a:ext uri="{FF2B5EF4-FFF2-40B4-BE49-F238E27FC236}">
                <a16:creationId xmlns:a16="http://schemas.microsoft.com/office/drawing/2014/main" id="{42CE0B91-F408-44E2-955B-06AC75123FA9}"/>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Roadmap and success criteria</a:t>
            </a:r>
          </a:p>
        </p:txBody>
      </p:sp>
      <p:sp>
        <p:nvSpPr>
          <p:cNvPr id="153" name="">
            <a:extLst xmlns:a="http://schemas.openxmlformats.org/drawingml/2006/main">
              <a:ext uri="{FF2B5EF4-FFF2-40B4-BE49-F238E27FC236}">
                <a16:creationId xmlns:a16="http://schemas.microsoft.com/office/drawing/2014/main" id="{5462D68E-DB2E-4E22-89F5-54D2F48FB6CD}"/>
              </a:ext>
            </a:extLst>
          </p:cNvPr>
          <p:cNvSpPr>
            <a:spLocks xmlns:a="http://schemas.openxmlformats.org/drawingml/2006/main" noGrp="1"/>
          </p:cNvSpPr>
          <p:nvPr/>
        </p:nvSpPr>
        <p:spPr>
          <a:xfrm xmlns:a="http://schemas.openxmlformats.org/drawingml/2006/main">
            <a:off x="342900" y="151447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Now · hackathon MVP</a:t>
            </a:r>
          </a:p>
        </p:txBody>
      </p:sp>
      <p:sp>
        <p:nvSpPr>
          <p:cNvPr id="154" name="">
            <a:extLst xmlns:a="http://schemas.openxmlformats.org/drawingml/2006/main">
              <a:ext uri="{FF2B5EF4-FFF2-40B4-BE49-F238E27FC236}">
                <a16:creationId xmlns:a16="http://schemas.microsoft.com/office/drawing/2014/main" id="{16E2B65C-D6E5-4032-A0C8-6460B2F01048}"/>
              </a:ext>
            </a:extLst>
          </p:cNvPr>
          <p:cNvSpPr>
            <a:spLocks xmlns:a="http://schemas.openxmlformats.org/drawingml/2006/main" noGrp="1"/>
          </p:cNvSpPr>
          <p:nvPr/>
        </p:nvSpPr>
        <p:spPr>
          <a:xfrm xmlns:a="http://schemas.openxmlformats.org/drawingml/2006/main">
            <a:off x="3705225" y="1514475"/>
            <a:ext cx="5019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Governed knowledge, scoped actions, live AI and durable cloud deployment</a:t>
            </a:r>
          </a:p>
        </p:txBody>
      </p:sp>
      <p:sp>
        <p:nvSpPr>
          <p:cNvPr id="155" name="">
            <a:extLst xmlns:a="http://schemas.openxmlformats.org/drawingml/2006/main">
              <a:ext uri="{FF2B5EF4-FFF2-40B4-BE49-F238E27FC236}">
                <a16:creationId xmlns:a16="http://schemas.microsoft.com/office/drawing/2014/main" id="{E610CFAF-9715-4725-BED4-7473BECBBDB8}"/>
              </a:ext>
            </a:extLst>
          </p:cNvPr>
          <p:cNvSpPr>
            <a:spLocks xmlns:a="http://schemas.openxmlformats.org/drawingml/2006/main" noGrp="1"/>
          </p:cNvSpPr>
          <p:nvPr/>
        </p:nvSpPr>
        <p:spPr>
          <a:xfrm xmlns:a="http://schemas.openxmlformats.org/drawingml/2006/main">
            <a:off x="342900" y="2590800"/>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Next · team pilot</a:t>
            </a:r>
          </a:p>
        </p:txBody>
      </p:sp>
      <p:sp>
        <p:nvSpPr>
          <p:cNvPr id="156" name="">
            <a:extLst xmlns:a="http://schemas.openxmlformats.org/drawingml/2006/main">
              <a:ext uri="{FF2B5EF4-FFF2-40B4-BE49-F238E27FC236}">
                <a16:creationId xmlns:a16="http://schemas.microsoft.com/office/drawing/2014/main" id="{AD3F2D38-66F8-46C6-97ED-100BA15AB811}"/>
              </a:ext>
            </a:extLst>
          </p:cNvPr>
          <p:cNvSpPr>
            <a:spLocks xmlns:a="http://schemas.openxmlformats.org/drawingml/2006/main" noGrp="1"/>
          </p:cNvSpPr>
          <p:nvPr/>
        </p:nvSpPr>
        <p:spPr>
          <a:xfrm xmlns:a="http://schemas.openxmlformats.org/drawingml/2006/main">
            <a:off x="3705225" y="2590800"/>
            <a:ext cx="5019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Measure handoff repetition, stale-source detection and grounded task quality</a:t>
            </a:r>
          </a:p>
        </p:txBody>
      </p:sp>
      <p:sp>
        <p:nvSpPr>
          <p:cNvPr id="157" name="">
            <a:extLst xmlns:a="http://schemas.openxmlformats.org/drawingml/2006/main">
              <a:ext uri="{FF2B5EF4-FFF2-40B4-BE49-F238E27FC236}">
                <a16:creationId xmlns:a16="http://schemas.microsoft.com/office/drawing/2014/main" id="{93801776-2A4A-4E32-94F5-C9E3361811C9}"/>
              </a:ext>
            </a:extLst>
          </p:cNvPr>
          <p:cNvSpPr>
            <a:spLocks xmlns:a="http://schemas.openxmlformats.org/drawingml/2006/main" noGrp="1"/>
          </p:cNvSpPr>
          <p:nvPr/>
        </p:nvSpPr>
        <p:spPr>
          <a:xfrm xmlns:a="http://schemas.openxmlformats.org/drawingml/2006/main">
            <a:off x="342900" y="3667125"/>
            <a:ext cx="314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1">
                <a:solidFill>
                  <a:srgbClr val="2547D0"/>
                </a:solidFill>
                <a:latin typeface="Arial"/>
                <a:ea typeface="Arial"/>
                <a:cs typeface="Arial"/>
              </a:defRPr>
            </a:defPPr>
            <a:lvl1pPr>
              <a:defRPr sz="2025" b="1">
                <a:solidFill>
                  <a:srgbClr val="2547D0"/>
                </a:solidFill>
                <a:latin typeface="Arial"/>
                <a:ea typeface="Arial"/>
                <a:cs typeface="Arial"/>
              </a:defRPr>
            </a:lvl1pPr>
            <a:lvl2pPr>
              <a:defRPr sz="2025" b="1">
                <a:solidFill>
                  <a:srgbClr val="2547D0"/>
                </a:solidFill>
                <a:latin typeface="Arial"/>
                <a:ea typeface="Arial"/>
                <a:cs typeface="Arial"/>
              </a:defRPr>
            </a:lvl2pPr>
            <a:lvl3pPr>
              <a:defRPr sz="2025" b="1">
                <a:solidFill>
                  <a:srgbClr val="2547D0"/>
                </a:solidFill>
                <a:latin typeface="Arial"/>
                <a:ea typeface="Arial"/>
                <a:cs typeface="Arial"/>
              </a:defRPr>
            </a:lvl3pPr>
            <a:lvl4pPr>
              <a:defRPr sz="2025" b="1">
                <a:solidFill>
                  <a:srgbClr val="2547D0"/>
                </a:solidFill>
                <a:latin typeface="Arial"/>
                <a:ea typeface="Arial"/>
                <a:cs typeface="Arial"/>
              </a:defRPr>
            </a:lvl4pPr>
            <a:lvl5pPr>
              <a:defRPr sz="2025" b="1">
                <a:solidFill>
                  <a:srgbClr val="2547D0"/>
                </a:solidFill>
                <a:latin typeface="Arial"/>
                <a:ea typeface="Arial"/>
                <a:cs typeface="Arial"/>
              </a:defRPr>
            </a:lvl5pPr>
            <a:lvl6pPr>
              <a:defRPr sz="2025" b="1">
                <a:solidFill>
                  <a:srgbClr val="2547D0"/>
                </a:solidFill>
                <a:latin typeface="Arial"/>
                <a:ea typeface="Arial"/>
                <a:cs typeface="Arial"/>
              </a:defRPr>
            </a:lvl6pPr>
            <a:lvl7pPr>
              <a:defRPr sz="2025" b="1">
                <a:solidFill>
                  <a:srgbClr val="2547D0"/>
                </a:solidFill>
                <a:latin typeface="Arial"/>
                <a:ea typeface="Arial"/>
                <a:cs typeface="Arial"/>
              </a:defRPr>
            </a:lvl7pPr>
            <a:lvl8pPr>
              <a:defRPr sz="2025" b="1">
                <a:solidFill>
                  <a:srgbClr val="2547D0"/>
                </a:solidFill>
                <a:latin typeface="Arial"/>
                <a:ea typeface="Arial"/>
                <a:cs typeface="Arial"/>
              </a:defRPr>
            </a:lvl8pPr>
            <a:lvl9pPr>
              <a:defRPr sz="2025" b="1">
                <a:solidFill>
                  <a:srgbClr val="2547D0"/>
                </a:solidFill>
                <a:latin typeface="Arial"/>
                <a:ea typeface="Arial"/>
                <a:cs typeface="Arial"/>
              </a:defRPr>
            </a:lvl9pPr>
          </a:lstStyle>
          <a:p xmlns:a="http://schemas.openxmlformats.org/drawingml/2006/main">
            <a:pPr>
              <a:defRPr sz="2025" b="1">
                <a:solidFill>
                  <a:srgbClr val="2547D0"/>
                </a:solidFill>
                <a:latin typeface="Arial"/>
                <a:ea typeface="Arial"/>
                <a:cs typeface="Arial"/>
              </a:defRPr>
            </a:pPr>
            <a:r>
              <a:rPr sz="2025" b="1">
                <a:solidFill>
                  <a:srgbClr val="2547D0"/>
                </a:solidFill>
                <a:latin typeface="Arial"/>
                <a:ea typeface="Arial"/>
                <a:cs typeface="Arial"/>
              </a:rPr>
              <a:t>Later · expansion</a:t>
            </a:r>
          </a:p>
        </p:txBody>
      </p:sp>
      <p:sp>
        <p:nvSpPr>
          <p:cNvPr id="158" name="">
            <a:extLst xmlns:a="http://schemas.openxmlformats.org/drawingml/2006/main">
              <a:ext uri="{FF2B5EF4-FFF2-40B4-BE49-F238E27FC236}">
                <a16:creationId xmlns:a16="http://schemas.microsoft.com/office/drawing/2014/main" id="{B3405CFC-F4F0-4BBB-A6D8-59F9F8A4C46E}"/>
              </a:ext>
            </a:extLst>
          </p:cNvPr>
          <p:cNvSpPr>
            <a:spLocks xmlns:a="http://schemas.openxmlformats.org/drawingml/2006/main" noGrp="1"/>
          </p:cNvSpPr>
          <p:nvPr/>
        </p:nvSpPr>
        <p:spPr>
          <a:xfrm xmlns:a="http://schemas.openxmlformats.org/drawingml/2006/main">
            <a:off x="3705225" y="3667125"/>
            <a:ext cx="50196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Stronger retrieval, IDE/repository integrations and operational hardening</a:t>
            </a:r>
          </a:p>
        </p:txBody>
      </p:sp>
    </p:spTree>
    <p:extLst>
      <p:ext uri="{BB962C8B-B14F-4D97-AF65-F5344CB8AC3E}">
        <p14:creationId xmlns:p14="http://schemas.microsoft.com/office/powerpoint/2010/main" val="1476060793"/>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56" name="Google Shape;156;p26">
            <a:extLst xmlns:a="http://schemas.openxmlformats.org/drawingml/2006/main">
              <a:ext uri="{FF2B5EF4-FFF2-40B4-BE49-F238E27FC236}">
                <a16:creationId xmlns:a16="http://schemas.microsoft.com/office/drawing/2014/main" id="{46B6FE1B-7EDA-4348-8991-0DB7AB02E4B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10c274ad10348d6">
            <a:alphaModFix/>
          </a:blip>
          <a:srcRect xmlns:a="http://schemas.openxmlformats.org/drawingml/2006/main" l="0" t="0" r="0" b="98001"/>
          <a:stretch xmlns:a="http://schemas.openxmlformats.org/drawingml/2006/main"/>
        </p:blipFill>
        <p:spPr>
          <a:xfrm xmlns:a="http://schemas.openxmlformats.org/drawingml/2006/main">
            <a:off x="0" y="5086350"/>
            <a:ext cx="9144000" cy="57150"/>
          </a:xfrm>
          <a:prstGeom xmlns:a="http://schemas.openxmlformats.org/drawingml/2006/main" prst="rect">
            <a:avLst/>
          </a:prstGeom>
          <a:ln xmlns:a="http://schemas.openxmlformats.org/drawingml/2006/main">
            <a:noFill/>
          </a:ln>
        </p:spPr>
      </p:pic>
      <p:pic>
        <p:nvPicPr>
          <p:cNvPr id="157" name="Google Shape;157;p26">
            <a:extLst xmlns:a="http://schemas.openxmlformats.org/drawingml/2006/main">
              <a:ext uri="{FF2B5EF4-FFF2-40B4-BE49-F238E27FC236}">
                <a16:creationId xmlns:a16="http://schemas.microsoft.com/office/drawing/2014/main" id="{FBE19C5F-8AB5-4DA8-81CC-336B66F4ADA5}"/>
              </a:ext>
            </a:extLst>
          </p:cNvPr>
          <p:cNvPicPr>
            <a:picLocks xmlns:a="http://schemas.openxmlformats.org/drawingml/2006/main" noChangeAspect="1"/>
          </p:cNvPicPr>
          <p:nvPr/>
        </p:nvPicPr>
        <p:blipFill>
          <a:blip xmlns:r="http://schemas.openxmlformats.org/officeDocument/2006/relationships" xmlns:a="http://schemas.openxmlformats.org/drawingml/2006/main" r:embed="R048eaab96a7e444a">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8" name="Google Shape;158;p26">
            <a:extLst xmlns:a="http://schemas.openxmlformats.org/drawingml/2006/main">
              <a:ext uri="{FF2B5EF4-FFF2-40B4-BE49-F238E27FC236}">
                <a16:creationId xmlns:a16="http://schemas.microsoft.com/office/drawing/2014/main" id="{D76FA0B5-D64E-42E4-8641-250D4943B41F}"/>
              </a:ext>
            </a:extLst>
          </p:cNvPr>
          <p:cNvSpPr>
            <a:spLocks xmlns:a="http://schemas.openxmlformats.org/drawingml/2006/main" noGrp="1"/>
          </p:cNvSpPr>
          <p:nvPr/>
        </p:nvSpPr>
        <p:spPr>
          <a:xfrm xmlns:a="http://schemas.openxmlformats.org/drawingml/2006/main">
            <a:off x="0" y="5067300"/>
            <a:ext cx="9144000" cy="76200"/>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9" name="Google Shape;159;p26">
            <a:extLst xmlns:a="http://schemas.openxmlformats.org/drawingml/2006/main">
              <a:ext uri="{FF2B5EF4-FFF2-40B4-BE49-F238E27FC236}">
                <a16:creationId xmlns:a16="http://schemas.microsoft.com/office/drawing/2014/main" id="{4185B669-440A-4FD7-8B8F-03BF1F840E70}"/>
              </a:ext>
            </a:extLst>
          </p:cNvPr>
          <p:cNvSpPr>
            <a:spLocks xmlns:a="http://schemas.openxmlformats.org/drawingml/2006/main" noGrp="1"/>
          </p:cNvSpPr>
          <p:nvPr/>
        </p:nvSpPr>
        <p:spPr>
          <a:xfrm xmlns:a="http://schemas.openxmlformats.org/drawingml/2006/main">
            <a:off x="265350" y="663825"/>
            <a:ext cx="8943000" cy="1333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
            </a:r>
            <a:endParaRPr sz="1600">
              <a:latin typeface="Google Sans Flex Medium"/>
              <a:ea typeface="Google Sans Flex Medium"/>
              <a:cs typeface="Google Sans Flex Medium"/>
            </a:endParaRPr>
          </a:p>
        </p:txBody>
      </p:sp>
      <p:sp>
        <p:nvSpPr>
          <p:cNvPr id="160" name="">
            <a:extLst xmlns:a="http://schemas.openxmlformats.org/drawingml/2006/main">
              <a:ext uri="{FF2B5EF4-FFF2-40B4-BE49-F238E27FC236}">
                <a16:creationId xmlns:a16="http://schemas.microsoft.com/office/drawing/2014/main" id="{CB6D294B-CCC6-464E-A98E-CB322045235D}"/>
              </a:ext>
            </a:extLst>
          </p:cNvPr>
          <p:cNvSpPr>
            <a:spLocks xmlns:a="http://schemas.openxmlformats.org/drawingml/2006/main" noGrp="1"/>
          </p:cNvSpPr>
          <p:nvPr/>
        </p:nvSpPr>
        <p:spPr>
          <a:xfrm xmlns:a="http://schemas.openxmlformats.org/drawingml/2006/main">
            <a:off x="342900" y="742950"/>
            <a:ext cx="84296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152039"/>
                </a:solidFill>
                <a:latin typeface="Arial"/>
                <a:ea typeface="Arial"/>
                <a:cs typeface="Arial"/>
              </a:defRPr>
            </a:defPPr>
            <a:lvl1pPr>
              <a:defRPr sz="2550" b="1">
                <a:solidFill>
                  <a:srgbClr val="152039"/>
                </a:solidFill>
                <a:latin typeface="Arial"/>
                <a:ea typeface="Arial"/>
                <a:cs typeface="Arial"/>
              </a:defRPr>
            </a:lvl1pPr>
            <a:lvl2pPr>
              <a:defRPr sz="2550" b="1">
                <a:solidFill>
                  <a:srgbClr val="152039"/>
                </a:solidFill>
                <a:latin typeface="Arial"/>
                <a:ea typeface="Arial"/>
                <a:cs typeface="Arial"/>
              </a:defRPr>
            </a:lvl2pPr>
            <a:lvl3pPr>
              <a:defRPr sz="2550" b="1">
                <a:solidFill>
                  <a:srgbClr val="152039"/>
                </a:solidFill>
                <a:latin typeface="Arial"/>
                <a:ea typeface="Arial"/>
                <a:cs typeface="Arial"/>
              </a:defRPr>
            </a:lvl3pPr>
            <a:lvl4pPr>
              <a:defRPr sz="2550" b="1">
                <a:solidFill>
                  <a:srgbClr val="152039"/>
                </a:solidFill>
                <a:latin typeface="Arial"/>
                <a:ea typeface="Arial"/>
                <a:cs typeface="Arial"/>
              </a:defRPr>
            </a:lvl4pPr>
            <a:lvl5pPr>
              <a:defRPr sz="2550" b="1">
                <a:solidFill>
                  <a:srgbClr val="152039"/>
                </a:solidFill>
                <a:latin typeface="Arial"/>
                <a:ea typeface="Arial"/>
                <a:cs typeface="Arial"/>
              </a:defRPr>
            </a:lvl5pPr>
            <a:lvl6pPr>
              <a:defRPr sz="2550" b="1">
                <a:solidFill>
                  <a:srgbClr val="152039"/>
                </a:solidFill>
                <a:latin typeface="Arial"/>
                <a:ea typeface="Arial"/>
                <a:cs typeface="Arial"/>
              </a:defRPr>
            </a:lvl6pPr>
            <a:lvl7pPr>
              <a:defRPr sz="2550" b="1">
                <a:solidFill>
                  <a:srgbClr val="152039"/>
                </a:solidFill>
                <a:latin typeface="Arial"/>
                <a:ea typeface="Arial"/>
                <a:cs typeface="Arial"/>
              </a:defRPr>
            </a:lvl7pPr>
            <a:lvl8pPr>
              <a:defRPr sz="2550" b="1">
                <a:solidFill>
                  <a:srgbClr val="152039"/>
                </a:solidFill>
                <a:latin typeface="Arial"/>
                <a:ea typeface="Arial"/>
                <a:cs typeface="Arial"/>
              </a:defRPr>
            </a:lvl8pPr>
            <a:lvl9pPr>
              <a:defRPr sz="2550" b="1">
                <a:solidFill>
                  <a:srgbClr val="152039"/>
                </a:solidFill>
                <a:latin typeface="Arial"/>
                <a:ea typeface="Arial"/>
                <a:cs typeface="Arial"/>
              </a:defRPr>
            </a:lvl9pPr>
          </a:lstStyle>
          <a:p xmlns:a="http://schemas.openxmlformats.org/drawingml/2006/main">
            <a:pPr>
              <a:defRPr sz="2550" b="1">
                <a:solidFill>
                  <a:srgbClr val="152039"/>
                </a:solidFill>
                <a:latin typeface="Arial"/>
                <a:ea typeface="Arial"/>
                <a:cs typeface="Arial"/>
              </a:defRPr>
            </a:pPr>
            <a:r>
              <a:rPr sz="2550" b="1">
                <a:solidFill>
                  <a:srgbClr val="152039"/>
                </a:solidFill>
                <a:latin typeface="Arial"/>
                <a:ea typeface="Arial"/>
                <a:cs typeface="Arial"/>
              </a:rPr>
              <a:t>Try ContextOS</a:t>
            </a:r>
          </a:p>
        </p:txBody>
      </p:sp>
      <p:sp>
        <p:nvSpPr>
          <p:cNvPr id="161" name="">
            <a:extLst xmlns:a="http://schemas.openxmlformats.org/drawingml/2006/main">
              <a:ext uri="{FF2B5EF4-FFF2-40B4-BE49-F238E27FC236}">
                <a16:creationId xmlns:a16="http://schemas.microsoft.com/office/drawing/2014/main" id="{A04827AD-38E7-4746-A6C1-E551CD2AD937}"/>
              </a:ext>
            </a:extLst>
          </p:cNvPr>
          <p:cNvSpPr>
            <a:spLocks xmlns:a="http://schemas.openxmlformats.org/drawingml/2006/main" noGrp="1"/>
          </p:cNvSpPr>
          <p:nvPr/>
        </p:nvSpPr>
        <p:spPr>
          <a:xfrm xmlns:a="http://schemas.openxmlformats.org/drawingml/2006/main">
            <a:off x="342900" y="150495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47D0"/>
                </a:solidFill>
                <a:latin typeface="Arial"/>
                <a:ea typeface="Arial"/>
                <a:cs typeface="Arial"/>
              </a:defRPr>
            </a:defPPr>
            <a:lvl1pPr>
              <a:defRPr sz="2100" b="1">
                <a:solidFill>
                  <a:srgbClr val="2547D0"/>
                </a:solidFill>
                <a:latin typeface="Arial"/>
                <a:ea typeface="Arial"/>
                <a:cs typeface="Arial"/>
              </a:defRPr>
            </a:lvl1pPr>
            <a:lvl2pPr>
              <a:defRPr sz="2100" b="1">
                <a:solidFill>
                  <a:srgbClr val="2547D0"/>
                </a:solidFill>
                <a:latin typeface="Arial"/>
                <a:ea typeface="Arial"/>
                <a:cs typeface="Arial"/>
              </a:defRPr>
            </a:lvl2pPr>
            <a:lvl3pPr>
              <a:defRPr sz="2100" b="1">
                <a:solidFill>
                  <a:srgbClr val="2547D0"/>
                </a:solidFill>
                <a:latin typeface="Arial"/>
                <a:ea typeface="Arial"/>
                <a:cs typeface="Arial"/>
              </a:defRPr>
            </a:lvl3pPr>
            <a:lvl4pPr>
              <a:defRPr sz="2100" b="1">
                <a:solidFill>
                  <a:srgbClr val="2547D0"/>
                </a:solidFill>
                <a:latin typeface="Arial"/>
                <a:ea typeface="Arial"/>
                <a:cs typeface="Arial"/>
              </a:defRPr>
            </a:lvl4pPr>
            <a:lvl5pPr>
              <a:defRPr sz="2100" b="1">
                <a:solidFill>
                  <a:srgbClr val="2547D0"/>
                </a:solidFill>
                <a:latin typeface="Arial"/>
                <a:ea typeface="Arial"/>
                <a:cs typeface="Arial"/>
              </a:defRPr>
            </a:lvl5pPr>
            <a:lvl6pPr>
              <a:defRPr sz="2100" b="1">
                <a:solidFill>
                  <a:srgbClr val="2547D0"/>
                </a:solidFill>
                <a:latin typeface="Arial"/>
                <a:ea typeface="Arial"/>
                <a:cs typeface="Arial"/>
              </a:defRPr>
            </a:lvl6pPr>
            <a:lvl7pPr>
              <a:defRPr sz="2100" b="1">
                <a:solidFill>
                  <a:srgbClr val="2547D0"/>
                </a:solidFill>
                <a:latin typeface="Arial"/>
                <a:ea typeface="Arial"/>
                <a:cs typeface="Arial"/>
              </a:defRPr>
            </a:lvl7pPr>
            <a:lvl8pPr>
              <a:defRPr sz="2100" b="1">
                <a:solidFill>
                  <a:srgbClr val="2547D0"/>
                </a:solidFill>
                <a:latin typeface="Arial"/>
                <a:ea typeface="Arial"/>
                <a:cs typeface="Arial"/>
              </a:defRPr>
            </a:lvl8pPr>
            <a:lvl9pPr>
              <a:defRPr sz="2100" b="1">
                <a:solidFill>
                  <a:srgbClr val="2547D0"/>
                </a:solidFill>
                <a:latin typeface="Arial"/>
                <a:ea typeface="Arial"/>
                <a:cs typeface="Arial"/>
              </a:defRPr>
            </a:lvl9pPr>
          </a:lstStyle>
          <a:p xmlns:a="http://schemas.openxmlformats.org/drawingml/2006/main">
            <a:pPr>
              <a:defRPr sz="2100" b="1">
                <a:solidFill>
                  <a:srgbClr val="2547D0"/>
                </a:solidFill>
                <a:latin typeface="Arial"/>
                <a:ea typeface="Arial"/>
                <a:cs typeface="Arial"/>
              </a:defRPr>
            </a:pPr>
            <a:r>
              <a:rPr sz="2100" b="1">
                <a:solidFill>
                  <a:srgbClr val="2547D0"/>
                </a:solidFill>
                <a:latin typeface="Arial"/>
                <a:ea typeface="Arial"/>
                <a:cs typeface="Arial"/>
              </a:rPr>
              <a:t>Explore the public walkthrough</a:t>
            </a:r>
          </a:p>
        </p:txBody>
      </p:sp>
      <p:sp>
        <p:nvSpPr>
          <p:cNvPr id="162" name="">
            <a:extLst xmlns:a="http://schemas.openxmlformats.org/drawingml/2006/main">
              <a:ext uri="{FF2B5EF4-FFF2-40B4-BE49-F238E27FC236}">
                <a16:creationId xmlns:a16="http://schemas.microsoft.com/office/drawing/2014/main" id="{6D11BE54-8EB0-450F-B892-026A14643F0F}"/>
              </a:ext>
            </a:extLst>
          </p:cNvPr>
          <p:cNvSpPr>
            <a:spLocks xmlns:a="http://schemas.openxmlformats.org/drawingml/2006/main" noGrp="1"/>
          </p:cNvSpPr>
          <p:nvPr/>
        </p:nvSpPr>
        <p:spPr>
          <a:xfrm xmlns:a="http://schemas.openxmlformats.org/drawingml/2006/main">
            <a:off x="342900" y="1971675"/>
            <a:ext cx="845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hlinkClick xmlns:r="http://schemas.openxmlformats.org/officeDocument/2006/relationships" r:id="R9ad385ace9fb4aa9"/>
              </a:rPr>
              <a:t>contextos-demo-443743777956.asia-south1.run.app</a:t>
            </a:r>
          </a:p>
        </p:txBody>
      </p:sp>
      <p:sp>
        <p:nvSpPr>
          <p:cNvPr id="163" name="">
            <a:extLst xmlns:a="http://schemas.openxmlformats.org/drawingml/2006/main">
              <a:ext uri="{FF2B5EF4-FFF2-40B4-BE49-F238E27FC236}">
                <a16:creationId xmlns:a16="http://schemas.microsoft.com/office/drawing/2014/main" id="{8F9B9044-AE0E-42A3-904A-02D05DDA907F}"/>
              </a:ext>
            </a:extLst>
          </p:cNvPr>
          <p:cNvSpPr>
            <a:spLocks xmlns:a="http://schemas.openxmlformats.org/drawingml/2006/main" noGrp="1"/>
          </p:cNvSpPr>
          <p:nvPr/>
        </p:nvSpPr>
        <p:spPr>
          <a:xfrm xmlns:a="http://schemas.openxmlformats.org/drawingml/2006/main">
            <a:off x="342900" y="2600325"/>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47D0"/>
                </a:solidFill>
                <a:latin typeface="Arial"/>
                <a:ea typeface="Arial"/>
                <a:cs typeface="Arial"/>
              </a:defRPr>
            </a:defPPr>
            <a:lvl1pPr>
              <a:defRPr sz="2100" b="1">
                <a:solidFill>
                  <a:srgbClr val="2547D0"/>
                </a:solidFill>
                <a:latin typeface="Arial"/>
                <a:ea typeface="Arial"/>
                <a:cs typeface="Arial"/>
              </a:defRPr>
            </a:lvl1pPr>
            <a:lvl2pPr>
              <a:defRPr sz="2100" b="1">
                <a:solidFill>
                  <a:srgbClr val="2547D0"/>
                </a:solidFill>
                <a:latin typeface="Arial"/>
                <a:ea typeface="Arial"/>
                <a:cs typeface="Arial"/>
              </a:defRPr>
            </a:lvl2pPr>
            <a:lvl3pPr>
              <a:defRPr sz="2100" b="1">
                <a:solidFill>
                  <a:srgbClr val="2547D0"/>
                </a:solidFill>
                <a:latin typeface="Arial"/>
                <a:ea typeface="Arial"/>
                <a:cs typeface="Arial"/>
              </a:defRPr>
            </a:lvl3pPr>
            <a:lvl4pPr>
              <a:defRPr sz="2100" b="1">
                <a:solidFill>
                  <a:srgbClr val="2547D0"/>
                </a:solidFill>
                <a:latin typeface="Arial"/>
                <a:ea typeface="Arial"/>
                <a:cs typeface="Arial"/>
              </a:defRPr>
            </a:lvl4pPr>
            <a:lvl5pPr>
              <a:defRPr sz="2100" b="1">
                <a:solidFill>
                  <a:srgbClr val="2547D0"/>
                </a:solidFill>
                <a:latin typeface="Arial"/>
                <a:ea typeface="Arial"/>
                <a:cs typeface="Arial"/>
              </a:defRPr>
            </a:lvl5pPr>
            <a:lvl6pPr>
              <a:defRPr sz="2100" b="1">
                <a:solidFill>
                  <a:srgbClr val="2547D0"/>
                </a:solidFill>
                <a:latin typeface="Arial"/>
                <a:ea typeface="Arial"/>
                <a:cs typeface="Arial"/>
              </a:defRPr>
            </a:lvl6pPr>
            <a:lvl7pPr>
              <a:defRPr sz="2100" b="1">
                <a:solidFill>
                  <a:srgbClr val="2547D0"/>
                </a:solidFill>
                <a:latin typeface="Arial"/>
                <a:ea typeface="Arial"/>
                <a:cs typeface="Arial"/>
              </a:defRPr>
            </a:lvl7pPr>
            <a:lvl8pPr>
              <a:defRPr sz="2100" b="1">
                <a:solidFill>
                  <a:srgbClr val="2547D0"/>
                </a:solidFill>
                <a:latin typeface="Arial"/>
                <a:ea typeface="Arial"/>
                <a:cs typeface="Arial"/>
              </a:defRPr>
            </a:lvl8pPr>
            <a:lvl9pPr>
              <a:defRPr sz="2100" b="1">
                <a:solidFill>
                  <a:srgbClr val="2547D0"/>
                </a:solidFill>
                <a:latin typeface="Arial"/>
                <a:ea typeface="Arial"/>
                <a:cs typeface="Arial"/>
              </a:defRPr>
            </a:lvl9pPr>
          </a:lstStyle>
          <a:p xmlns:a="http://schemas.openxmlformats.org/drawingml/2006/main">
            <a:pPr>
              <a:defRPr sz="2100" b="1">
                <a:solidFill>
                  <a:srgbClr val="2547D0"/>
                </a:solidFill>
                <a:latin typeface="Arial"/>
                <a:ea typeface="Arial"/>
                <a:cs typeface="Arial"/>
              </a:defRPr>
            </a:pPr>
            <a:r>
              <a:rPr sz="2100" b="1">
                <a:solidFill>
                  <a:srgbClr val="2547D0"/>
                </a:solidFill>
                <a:latin typeface="Arial"/>
                <a:ea typeface="Arial"/>
                <a:cs typeface="Arial"/>
              </a:rPr>
              <a:t>Test the protected team workspace</a:t>
            </a:r>
          </a:p>
        </p:txBody>
      </p:sp>
      <p:sp>
        <p:nvSpPr>
          <p:cNvPr id="164" name="">
            <a:extLst xmlns:a="http://schemas.openxmlformats.org/drawingml/2006/main">
              <a:ext uri="{FF2B5EF4-FFF2-40B4-BE49-F238E27FC236}">
                <a16:creationId xmlns:a16="http://schemas.microsoft.com/office/drawing/2014/main" id="{402B00E8-2D87-4B95-ACCC-03FCFFCBB638}"/>
              </a:ext>
            </a:extLst>
          </p:cNvPr>
          <p:cNvSpPr>
            <a:spLocks xmlns:a="http://schemas.openxmlformats.org/drawingml/2006/main" noGrp="1"/>
          </p:cNvSpPr>
          <p:nvPr/>
        </p:nvSpPr>
        <p:spPr>
          <a:xfrm xmlns:a="http://schemas.openxmlformats.org/drawingml/2006/main">
            <a:off x="342900" y="3057525"/>
            <a:ext cx="845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hlinkClick xmlns:r="http://schemas.openxmlformats.org/officeDocument/2006/relationships" r:id="R08cf0071613e4a02"/>
              </a:rPr>
              <a:t>contextos-443743777956.asia-south1.run.app</a:t>
            </a:r>
          </a:p>
        </p:txBody>
      </p:sp>
      <p:sp>
        <p:nvSpPr>
          <p:cNvPr id="165" name="">
            <a:extLst xmlns:a="http://schemas.openxmlformats.org/drawingml/2006/main">
              <a:ext uri="{FF2B5EF4-FFF2-40B4-BE49-F238E27FC236}">
                <a16:creationId xmlns:a16="http://schemas.microsoft.com/office/drawing/2014/main" id="{CBAD3086-FA9B-437D-9DD7-F54C8442968E}"/>
              </a:ext>
            </a:extLst>
          </p:cNvPr>
          <p:cNvSpPr>
            <a:spLocks xmlns:a="http://schemas.openxmlformats.org/drawingml/2006/main" noGrp="1"/>
          </p:cNvSpPr>
          <p:nvPr/>
        </p:nvSpPr>
        <p:spPr>
          <a:xfrm xmlns:a="http://schemas.openxmlformats.org/drawingml/2006/main">
            <a:off x="342900" y="3743325"/>
            <a:ext cx="8458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039"/>
                </a:solidFill>
                <a:latin typeface="Arial"/>
                <a:ea typeface="Arial"/>
                <a:cs typeface="Arial"/>
              </a:defRPr>
            </a:defPPr>
            <a:lvl1pPr>
              <a:defRPr sz="1800" b="0">
                <a:solidFill>
                  <a:srgbClr val="152039"/>
                </a:solidFill>
                <a:latin typeface="Arial"/>
                <a:ea typeface="Arial"/>
                <a:cs typeface="Arial"/>
              </a:defRPr>
            </a:lvl1pPr>
            <a:lvl2pPr>
              <a:defRPr sz="1800" b="0">
                <a:solidFill>
                  <a:srgbClr val="152039"/>
                </a:solidFill>
                <a:latin typeface="Arial"/>
                <a:ea typeface="Arial"/>
                <a:cs typeface="Arial"/>
              </a:defRPr>
            </a:lvl2pPr>
            <a:lvl3pPr>
              <a:defRPr sz="1800" b="0">
                <a:solidFill>
                  <a:srgbClr val="152039"/>
                </a:solidFill>
                <a:latin typeface="Arial"/>
                <a:ea typeface="Arial"/>
                <a:cs typeface="Arial"/>
              </a:defRPr>
            </a:lvl3pPr>
            <a:lvl4pPr>
              <a:defRPr sz="1800" b="0">
                <a:solidFill>
                  <a:srgbClr val="152039"/>
                </a:solidFill>
                <a:latin typeface="Arial"/>
                <a:ea typeface="Arial"/>
                <a:cs typeface="Arial"/>
              </a:defRPr>
            </a:lvl4pPr>
            <a:lvl5pPr>
              <a:defRPr sz="1800" b="0">
                <a:solidFill>
                  <a:srgbClr val="152039"/>
                </a:solidFill>
                <a:latin typeface="Arial"/>
                <a:ea typeface="Arial"/>
                <a:cs typeface="Arial"/>
              </a:defRPr>
            </a:lvl5pPr>
            <a:lvl6pPr>
              <a:defRPr sz="1800" b="0">
                <a:solidFill>
                  <a:srgbClr val="152039"/>
                </a:solidFill>
                <a:latin typeface="Arial"/>
                <a:ea typeface="Arial"/>
                <a:cs typeface="Arial"/>
              </a:defRPr>
            </a:lvl6pPr>
            <a:lvl7pPr>
              <a:defRPr sz="1800" b="0">
                <a:solidFill>
                  <a:srgbClr val="152039"/>
                </a:solidFill>
                <a:latin typeface="Arial"/>
                <a:ea typeface="Arial"/>
                <a:cs typeface="Arial"/>
              </a:defRPr>
            </a:lvl7pPr>
            <a:lvl8pPr>
              <a:defRPr sz="1800" b="0">
                <a:solidFill>
                  <a:srgbClr val="152039"/>
                </a:solidFill>
                <a:latin typeface="Arial"/>
                <a:ea typeface="Arial"/>
                <a:cs typeface="Arial"/>
              </a:defRPr>
            </a:lvl8pPr>
            <a:lvl9pPr>
              <a:defRPr sz="1800" b="0">
                <a:solidFill>
                  <a:srgbClr val="152039"/>
                </a:solidFill>
                <a:latin typeface="Arial"/>
                <a:ea typeface="Arial"/>
                <a:cs typeface="Arial"/>
              </a:defRPr>
            </a:lvl9pPr>
          </a:lstStyle>
          <a:p xmlns:a="http://schemas.openxmlformats.org/drawingml/2006/main">
            <a:pPr>
              <a:defRPr sz="1800" b="0">
                <a:solidFill>
                  <a:srgbClr val="152039"/>
                </a:solidFill>
                <a:latin typeface="Arial"/>
                <a:ea typeface="Arial"/>
                <a:cs typeface="Arial"/>
              </a:defRPr>
            </a:pPr>
            <a:r>
              <a:rPr sz="1800" b="0">
                <a:solidFill>
                  <a:srgbClr val="152039"/>
                </a:solidFill>
                <a:latin typeface="Arial"/>
                <a:ea typeface="Arial"/>
                <a:cs typeface="Arial"/>
              </a:rPr>
              <a:t>Source: </a:t>
            </a:r>
            <a:r>
              <a:rPr sz="1800" b="0">
                <a:solidFill>
                  <a:srgbClr val="152039"/>
                </a:solidFill>
                <a:latin typeface="Arial"/>
                <a:ea typeface="Arial"/>
                <a:cs typeface="Arial"/>
                <a:hlinkClick xmlns:r="http://schemas.openxmlformats.org/officeDocument/2006/relationships" r:id="Rf934646be0194ac3"/>
              </a:rPr>
              <a:t>github.com/silent-doom/contextos</a:t>
            </a:r>
          </a:p>
        </p:txBody>
      </p:sp>
      <p:sp>
        <p:nvSpPr>
          <p:cNvPr id="166" name="">
            <a:extLst xmlns:a="http://schemas.openxmlformats.org/drawingml/2006/main">
              <a:ext uri="{FF2B5EF4-FFF2-40B4-BE49-F238E27FC236}">
                <a16:creationId xmlns:a16="http://schemas.microsoft.com/office/drawing/2014/main" id="{F948A2FD-AB45-4CD8-AD58-1C38E9ADAE68}"/>
              </a:ext>
            </a:extLst>
          </p:cNvPr>
          <p:cNvSpPr>
            <a:spLocks xmlns:a="http://schemas.openxmlformats.org/drawingml/2006/main" noGrp="1"/>
          </p:cNvSpPr>
          <p:nvPr/>
        </p:nvSpPr>
        <p:spPr>
          <a:xfrm xmlns:a="http://schemas.openxmlformats.org/drawingml/2006/main">
            <a:off x="342900" y="4457700"/>
            <a:ext cx="8458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078"/>
                </a:solidFill>
                <a:latin typeface="Arial"/>
                <a:ea typeface="Arial"/>
                <a:cs typeface="Arial"/>
              </a:defRPr>
            </a:defPPr>
            <a:lvl1pPr>
              <a:defRPr sz="1575" b="0">
                <a:solidFill>
                  <a:srgbClr val="536078"/>
                </a:solidFill>
                <a:latin typeface="Arial"/>
                <a:ea typeface="Arial"/>
                <a:cs typeface="Arial"/>
              </a:defRPr>
            </a:lvl1pPr>
            <a:lvl2pPr>
              <a:defRPr sz="1575" b="0">
                <a:solidFill>
                  <a:srgbClr val="536078"/>
                </a:solidFill>
                <a:latin typeface="Arial"/>
                <a:ea typeface="Arial"/>
                <a:cs typeface="Arial"/>
              </a:defRPr>
            </a:lvl2pPr>
            <a:lvl3pPr>
              <a:defRPr sz="1575" b="0">
                <a:solidFill>
                  <a:srgbClr val="536078"/>
                </a:solidFill>
                <a:latin typeface="Arial"/>
                <a:ea typeface="Arial"/>
                <a:cs typeface="Arial"/>
              </a:defRPr>
            </a:lvl3pPr>
            <a:lvl4pPr>
              <a:defRPr sz="1575" b="0">
                <a:solidFill>
                  <a:srgbClr val="536078"/>
                </a:solidFill>
                <a:latin typeface="Arial"/>
                <a:ea typeface="Arial"/>
                <a:cs typeface="Arial"/>
              </a:defRPr>
            </a:lvl4pPr>
            <a:lvl5pPr>
              <a:defRPr sz="1575" b="0">
                <a:solidFill>
                  <a:srgbClr val="536078"/>
                </a:solidFill>
                <a:latin typeface="Arial"/>
                <a:ea typeface="Arial"/>
                <a:cs typeface="Arial"/>
              </a:defRPr>
            </a:lvl5pPr>
            <a:lvl6pPr>
              <a:defRPr sz="1575" b="0">
                <a:solidFill>
                  <a:srgbClr val="536078"/>
                </a:solidFill>
                <a:latin typeface="Arial"/>
                <a:ea typeface="Arial"/>
                <a:cs typeface="Arial"/>
              </a:defRPr>
            </a:lvl6pPr>
            <a:lvl7pPr>
              <a:defRPr sz="1575" b="0">
                <a:solidFill>
                  <a:srgbClr val="536078"/>
                </a:solidFill>
                <a:latin typeface="Arial"/>
                <a:ea typeface="Arial"/>
                <a:cs typeface="Arial"/>
              </a:defRPr>
            </a:lvl7pPr>
            <a:lvl8pPr>
              <a:defRPr sz="1575" b="0">
                <a:solidFill>
                  <a:srgbClr val="536078"/>
                </a:solidFill>
                <a:latin typeface="Arial"/>
                <a:ea typeface="Arial"/>
                <a:cs typeface="Arial"/>
              </a:defRPr>
            </a:lvl8pPr>
            <a:lvl9pPr>
              <a:defRPr sz="1575" b="0">
                <a:solidFill>
                  <a:srgbClr val="536078"/>
                </a:solidFill>
                <a:latin typeface="Arial"/>
                <a:ea typeface="Arial"/>
                <a:cs typeface="Arial"/>
              </a:defRPr>
            </a:lvl9pPr>
          </a:lstStyle>
          <a:p xmlns:a="http://schemas.openxmlformats.org/drawingml/2006/main">
            <a:pPr>
              <a:defRPr sz="1575" b="0">
                <a:solidFill>
                  <a:srgbClr val="536078"/>
                </a:solidFill>
                <a:latin typeface="Arial"/>
                <a:ea typeface="Arial"/>
                <a:cs typeface="Arial"/>
              </a:defRPr>
            </a:pPr>
            <a:r>
              <a:rPr sz="1575" b="0">
                <a:solidFill>
                  <a:srgbClr val="536078"/>
                </a:solidFill>
                <a:latin typeface="Arial"/>
                <a:ea typeface="Arial"/>
                <a:cs typeface="Arial"/>
              </a:rPr>
              <a:t>Judge credentials supplied privately · Narrated MP4 accompanies this deck</a:t>
            </a:r>
          </a:p>
        </p:txBody>
      </p:sp>
    </p:spTree>
    <p:extLst>
      <p:ext uri="{BB962C8B-B14F-4D97-AF65-F5344CB8AC3E}">
        <p14:creationId xmlns:p14="http://schemas.microsoft.com/office/powerpoint/2010/main" val="2090490451"/>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2026-10-18T17:35:48.7460000Z</dcterms:created>
  <dcterms:modified xsi:type="dcterms:W3CDTF">2026-10-18T17:35:48.7460000Z</dcterms:modified>
</coreProperties>
</file>